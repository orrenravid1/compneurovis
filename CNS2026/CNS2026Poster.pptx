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4260" r:id="rId1"/>
  </p:sldMasterIdLst>
  <p:handoutMasterIdLst>
    <p:handoutMasterId r:id="rId3"/>
  </p:handoutMasterIdLst>
  <p:sldIdLst>
    <p:sldId id="257" r:id="rId2"/>
  </p:sldIdLst>
  <p:sldSz cx="32918400" cy="43891200"/>
  <p:notesSz cx="7010400" cy="9271000"/>
  <p:embeddedFontLst>
    <p:embeddedFont>
      <p:font typeface="Consolas" panose="020B0609020204030204" pitchFamily="49" charset="0"/>
      <p:regular r:id="rId4"/>
      <p:bold r:id="rId5"/>
      <p:italic r:id="rId6"/>
      <p:boldItalic r:id="rId7"/>
    </p:embeddedFont>
    <p:embeddedFont>
      <p:font typeface="Montserrat" panose="00000500000000000000" pitchFamily="2" charset="0"/>
      <p:regular r:id="rId8"/>
      <p:bold r:id="rId9"/>
      <p:italic r:id="rId10"/>
      <p:boldItalic r:id="rId11"/>
    </p:embeddedFont>
  </p:embeddedFontLst>
  <p:custDataLst>
    <p:tags r:id="rId12"/>
  </p:custDataLst>
  <p:defaultTextStyle>
    <a:defPPr>
      <a:defRPr lang="en-US"/>
    </a:defPPr>
    <a:lvl1pPr marL="0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1pPr>
    <a:lvl2pPr marL="1878198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2pPr>
    <a:lvl3pPr marL="3756396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3pPr>
    <a:lvl4pPr marL="5634594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4pPr>
    <a:lvl5pPr marL="7512797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5pPr>
    <a:lvl6pPr marL="9390995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6pPr>
    <a:lvl7pPr marL="11269197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7pPr>
    <a:lvl8pPr marL="13147394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8pPr>
    <a:lvl9pPr marL="15025593" algn="l" defTabSz="3756396" rtl="0" eaLnBrk="1" latinLnBrk="0" hangingPunct="1">
      <a:defRPr sz="7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144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9A9"/>
    <a:srgbClr val="24723E"/>
    <a:srgbClr val="FDAE61"/>
    <a:srgbClr val="FFFF99"/>
    <a:srgbClr val="C9FAFC"/>
    <a:srgbClr val="4575B4"/>
    <a:srgbClr val="D73027"/>
    <a:srgbClr val="1A9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63" autoAdjust="0"/>
    <p:restoredTop sz="94710" autoAdjust="0"/>
  </p:normalViewPr>
  <p:slideViewPr>
    <p:cSldViewPr snapToGrid="0">
      <p:cViewPr>
        <p:scale>
          <a:sx n="20" d="100"/>
          <a:sy n="20" d="100"/>
        </p:scale>
        <p:origin x="2742" y="-888"/>
      </p:cViewPr>
      <p:guideLst>
        <p:guide orient="horz"/>
        <p:guide pos="144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handoutMaster" Target="handoutMasters/handoutMaster1.xml"/><Relationship Id="rId7" Type="http://schemas.openxmlformats.org/officeDocument/2006/relationships/font" Target="fonts/font4.fntdata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302F586B-0015-43FB-918D-31E1A09780E3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05841"/>
            <a:ext cx="3037840" cy="46355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5F29C2D4-4424-41A2-A90C-29D31B733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513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5573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1252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9" y="28204170"/>
            <a:ext cx="27980642" cy="8717280"/>
          </a:xfrm>
        </p:spPr>
        <p:txBody>
          <a:bodyPr anchor="t"/>
          <a:lstStyle>
            <a:defPPr>
              <a:defRPr kern="1200"/>
            </a:defPPr>
            <a:lvl1pPr algn="l">
              <a:defRPr sz="1237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9" y="18602967"/>
            <a:ext cx="27980642" cy="9601196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6150">
                <a:solidFill>
                  <a:schemeClr val="tx1">
                    <a:tint val="75000"/>
                  </a:schemeClr>
                </a:solidFill>
              </a:defRPr>
            </a:lvl1pPr>
            <a:lvl2pPr marL="1410425" indent="0">
              <a:buNone/>
              <a:defRPr sz="5550">
                <a:solidFill>
                  <a:schemeClr val="tx1">
                    <a:tint val="75000"/>
                  </a:schemeClr>
                </a:solidFill>
              </a:defRPr>
            </a:lvl2pPr>
            <a:lvl3pPr marL="2820850" indent="0">
              <a:buNone/>
              <a:defRPr sz="4950">
                <a:solidFill>
                  <a:schemeClr val="tx1">
                    <a:tint val="75000"/>
                  </a:schemeClr>
                </a:solidFill>
              </a:defRPr>
            </a:lvl3pPr>
            <a:lvl4pPr marL="4231275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4pPr>
            <a:lvl5pPr marL="5641700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5pPr>
            <a:lvl6pPr marL="7052126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6pPr>
            <a:lvl7pPr marL="8462551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7pPr>
            <a:lvl8pPr marL="9872976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8pPr>
            <a:lvl9pPr marL="11283400" indent="0">
              <a:buNone/>
              <a:defRPr sz="43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4067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20" y="10241286"/>
            <a:ext cx="14538961" cy="28966164"/>
          </a:xfrm>
        </p:spPr>
        <p:txBody>
          <a:bodyPr/>
          <a:lstStyle>
            <a:defPPr>
              <a:defRPr kern="1200"/>
            </a:defPPr>
            <a:lvl1pPr>
              <a:defRPr sz="8626"/>
            </a:lvl1pPr>
            <a:lvl2pPr>
              <a:defRPr sz="7426"/>
            </a:lvl2pPr>
            <a:lvl3pPr>
              <a:defRPr sz="6150"/>
            </a:lvl3pPr>
            <a:lvl4pPr>
              <a:defRPr sz="5550"/>
            </a:lvl4pPr>
            <a:lvl5pPr>
              <a:defRPr sz="5550"/>
            </a:lvl5pPr>
            <a:lvl6pPr>
              <a:defRPr sz="5550"/>
            </a:lvl6pPr>
            <a:lvl7pPr>
              <a:defRPr sz="5550"/>
            </a:lvl7pPr>
            <a:lvl8pPr>
              <a:defRPr sz="5550"/>
            </a:lvl8pPr>
            <a:lvl9pPr>
              <a:defRPr sz="55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33521" y="10241286"/>
            <a:ext cx="14538961" cy="28966164"/>
          </a:xfrm>
        </p:spPr>
        <p:txBody>
          <a:bodyPr/>
          <a:lstStyle>
            <a:defPPr>
              <a:defRPr kern="1200"/>
            </a:defPPr>
            <a:lvl1pPr>
              <a:defRPr sz="8626"/>
            </a:lvl1pPr>
            <a:lvl2pPr>
              <a:defRPr sz="7426"/>
            </a:lvl2pPr>
            <a:lvl3pPr>
              <a:defRPr sz="6150"/>
            </a:lvl3pPr>
            <a:lvl4pPr>
              <a:defRPr sz="5550"/>
            </a:lvl4pPr>
            <a:lvl5pPr>
              <a:defRPr sz="5550"/>
            </a:lvl5pPr>
            <a:lvl6pPr>
              <a:defRPr sz="5550"/>
            </a:lvl6pPr>
            <a:lvl7pPr>
              <a:defRPr sz="5550"/>
            </a:lvl7pPr>
            <a:lvl8pPr>
              <a:defRPr sz="5550"/>
            </a:lvl8pPr>
            <a:lvl9pPr>
              <a:defRPr sz="55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2779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1" y="9824727"/>
            <a:ext cx="14544677" cy="4094476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7426" b="1"/>
            </a:lvl1pPr>
            <a:lvl2pPr marL="1410425" indent="0">
              <a:buNone/>
              <a:defRPr sz="6150" b="1"/>
            </a:lvl2pPr>
            <a:lvl3pPr marL="2820850" indent="0">
              <a:buNone/>
              <a:defRPr sz="5550" b="1"/>
            </a:lvl3pPr>
            <a:lvl4pPr marL="4231275" indent="0">
              <a:buNone/>
              <a:defRPr sz="4950" b="1"/>
            </a:lvl4pPr>
            <a:lvl5pPr marL="5641700" indent="0">
              <a:buNone/>
              <a:defRPr sz="4950" b="1"/>
            </a:lvl5pPr>
            <a:lvl6pPr marL="7052126" indent="0">
              <a:buNone/>
              <a:defRPr sz="4950" b="1"/>
            </a:lvl6pPr>
            <a:lvl7pPr marL="8462551" indent="0">
              <a:buNone/>
              <a:defRPr sz="4950" b="1"/>
            </a:lvl7pPr>
            <a:lvl8pPr marL="9872976" indent="0">
              <a:buNone/>
              <a:defRPr sz="4950" b="1"/>
            </a:lvl8pPr>
            <a:lvl9pPr marL="11283400" indent="0">
              <a:buNone/>
              <a:defRPr sz="4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1" y="13919203"/>
            <a:ext cx="14544677" cy="25288244"/>
          </a:xfrm>
        </p:spPr>
        <p:txBody>
          <a:bodyPr/>
          <a:lstStyle>
            <a:defPPr>
              <a:defRPr kern="1200"/>
            </a:defPPr>
            <a:lvl1pPr>
              <a:defRPr sz="7426"/>
            </a:lvl1pPr>
            <a:lvl2pPr>
              <a:defRPr sz="6150"/>
            </a:lvl2pPr>
            <a:lvl3pPr>
              <a:defRPr sz="5550"/>
            </a:lvl3pPr>
            <a:lvl4pPr>
              <a:defRPr sz="4950"/>
            </a:lvl4pPr>
            <a:lvl5pPr>
              <a:defRPr sz="4950"/>
            </a:lvl5pPr>
            <a:lvl6pPr>
              <a:defRPr sz="4950"/>
            </a:lvl6pPr>
            <a:lvl7pPr>
              <a:defRPr sz="4950"/>
            </a:lvl7pPr>
            <a:lvl8pPr>
              <a:defRPr sz="4950"/>
            </a:lvl8pPr>
            <a:lvl9pPr>
              <a:defRPr sz="4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1" y="9824727"/>
            <a:ext cx="14550389" cy="4094476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7426" b="1"/>
            </a:lvl1pPr>
            <a:lvl2pPr marL="1410425" indent="0">
              <a:buNone/>
              <a:defRPr sz="6150" b="1"/>
            </a:lvl2pPr>
            <a:lvl3pPr marL="2820850" indent="0">
              <a:buNone/>
              <a:defRPr sz="5550" b="1"/>
            </a:lvl3pPr>
            <a:lvl4pPr marL="4231275" indent="0">
              <a:buNone/>
              <a:defRPr sz="4950" b="1"/>
            </a:lvl4pPr>
            <a:lvl5pPr marL="5641700" indent="0">
              <a:buNone/>
              <a:defRPr sz="4950" b="1"/>
            </a:lvl5pPr>
            <a:lvl6pPr marL="7052126" indent="0">
              <a:buNone/>
              <a:defRPr sz="4950" b="1"/>
            </a:lvl6pPr>
            <a:lvl7pPr marL="8462551" indent="0">
              <a:buNone/>
              <a:defRPr sz="4950" b="1"/>
            </a:lvl7pPr>
            <a:lvl8pPr marL="9872976" indent="0">
              <a:buNone/>
              <a:defRPr sz="4950" b="1"/>
            </a:lvl8pPr>
            <a:lvl9pPr marL="11283400" indent="0">
              <a:buNone/>
              <a:defRPr sz="49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1" y="13919203"/>
            <a:ext cx="14550389" cy="25288244"/>
          </a:xfrm>
        </p:spPr>
        <p:txBody>
          <a:bodyPr/>
          <a:lstStyle>
            <a:defPPr>
              <a:defRPr kern="1200"/>
            </a:defPPr>
            <a:lvl1pPr>
              <a:defRPr sz="7426"/>
            </a:lvl1pPr>
            <a:lvl2pPr>
              <a:defRPr sz="6150"/>
            </a:lvl2pPr>
            <a:lvl3pPr>
              <a:defRPr sz="5550"/>
            </a:lvl3pPr>
            <a:lvl4pPr>
              <a:defRPr sz="4950"/>
            </a:lvl4pPr>
            <a:lvl5pPr>
              <a:defRPr sz="4950"/>
            </a:lvl5pPr>
            <a:lvl6pPr>
              <a:defRPr sz="4950"/>
            </a:lvl6pPr>
            <a:lvl7pPr>
              <a:defRPr sz="4950"/>
            </a:lvl7pPr>
            <a:lvl8pPr>
              <a:defRPr sz="4950"/>
            </a:lvl8pPr>
            <a:lvl9pPr>
              <a:defRPr sz="4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3302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14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1478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6" y="1747520"/>
            <a:ext cx="10829927" cy="7437120"/>
          </a:xfrm>
        </p:spPr>
        <p:txBody>
          <a:bodyPr anchor="b"/>
          <a:lstStyle>
            <a:defPPr>
              <a:defRPr kern="1200"/>
            </a:defPPr>
            <a:lvl1pPr algn="l">
              <a:defRPr sz="6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79" y="1747521"/>
            <a:ext cx="18402300" cy="37459924"/>
          </a:xfrm>
        </p:spPr>
        <p:txBody>
          <a:bodyPr/>
          <a:lstStyle>
            <a:defPPr>
              <a:defRPr kern="1200"/>
            </a:defPPr>
            <a:lvl1pPr>
              <a:defRPr sz="9900"/>
            </a:lvl1pPr>
            <a:lvl2pPr>
              <a:defRPr sz="8626"/>
            </a:lvl2pPr>
            <a:lvl3pPr>
              <a:defRPr sz="7426"/>
            </a:lvl3pPr>
            <a:lvl4pPr>
              <a:defRPr sz="6150"/>
            </a:lvl4pPr>
            <a:lvl5pPr>
              <a:defRPr sz="6150"/>
            </a:lvl5pPr>
            <a:lvl6pPr>
              <a:defRPr sz="6150"/>
            </a:lvl6pPr>
            <a:lvl7pPr>
              <a:defRPr sz="6150"/>
            </a:lvl7pPr>
            <a:lvl8pPr>
              <a:defRPr sz="6150"/>
            </a:lvl8pPr>
            <a:lvl9pPr>
              <a:defRPr sz="6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6" y="9184643"/>
            <a:ext cx="10829927" cy="30022803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4350"/>
            </a:lvl1pPr>
            <a:lvl2pPr marL="1410425" indent="0">
              <a:buNone/>
              <a:defRPr sz="3676"/>
            </a:lvl2pPr>
            <a:lvl3pPr marL="2820850" indent="0">
              <a:buNone/>
              <a:defRPr sz="3076"/>
            </a:lvl3pPr>
            <a:lvl4pPr marL="4231275" indent="0">
              <a:buNone/>
              <a:defRPr sz="2776"/>
            </a:lvl4pPr>
            <a:lvl5pPr marL="5641700" indent="0">
              <a:buNone/>
              <a:defRPr sz="2776"/>
            </a:lvl5pPr>
            <a:lvl6pPr marL="7052126" indent="0">
              <a:buNone/>
              <a:defRPr sz="2776"/>
            </a:lvl6pPr>
            <a:lvl7pPr marL="8462551" indent="0">
              <a:buNone/>
              <a:defRPr sz="2776"/>
            </a:lvl7pPr>
            <a:lvl8pPr marL="9872976" indent="0">
              <a:buNone/>
              <a:defRPr sz="2776"/>
            </a:lvl8pPr>
            <a:lvl9pPr marL="11283400" indent="0">
              <a:buNone/>
              <a:defRPr sz="27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970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9" y="30723842"/>
            <a:ext cx="19751041" cy="3627124"/>
          </a:xfrm>
        </p:spPr>
        <p:txBody>
          <a:bodyPr anchor="b"/>
          <a:lstStyle>
            <a:defPPr>
              <a:defRPr kern="1200"/>
            </a:defPPr>
            <a:lvl1pPr algn="l">
              <a:defRPr sz="61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9" y="3921765"/>
            <a:ext cx="19751041" cy="2633471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900"/>
            </a:lvl1pPr>
            <a:lvl2pPr marL="1410425" indent="0">
              <a:buNone/>
              <a:defRPr sz="8626"/>
            </a:lvl2pPr>
            <a:lvl3pPr marL="2820850" indent="0">
              <a:buNone/>
              <a:defRPr sz="7426"/>
            </a:lvl3pPr>
            <a:lvl4pPr marL="4231275" indent="0">
              <a:buNone/>
              <a:defRPr sz="6150"/>
            </a:lvl4pPr>
            <a:lvl5pPr marL="5641700" indent="0">
              <a:buNone/>
              <a:defRPr sz="6150"/>
            </a:lvl5pPr>
            <a:lvl6pPr marL="7052126" indent="0">
              <a:buNone/>
              <a:defRPr sz="6150"/>
            </a:lvl6pPr>
            <a:lvl7pPr marL="8462551" indent="0">
              <a:buNone/>
              <a:defRPr sz="6150"/>
            </a:lvl7pPr>
            <a:lvl8pPr marL="9872976" indent="0">
              <a:buNone/>
              <a:defRPr sz="6150"/>
            </a:lvl8pPr>
            <a:lvl9pPr marL="11283400" indent="0">
              <a:buNone/>
              <a:defRPr sz="61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9" y="34350967"/>
            <a:ext cx="19751041" cy="5151116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4350"/>
            </a:lvl1pPr>
            <a:lvl2pPr marL="1410425" indent="0">
              <a:buNone/>
              <a:defRPr sz="3676"/>
            </a:lvl2pPr>
            <a:lvl3pPr marL="2820850" indent="0">
              <a:buNone/>
              <a:defRPr sz="3076"/>
            </a:lvl3pPr>
            <a:lvl4pPr marL="4231275" indent="0">
              <a:buNone/>
              <a:defRPr sz="2776"/>
            </a:lvl4pPr>
            <a:lvl5pPr marL="5641700" indent="0">
              <a:buNone/>
              <a:defRPr sz="2776"/>
            </a:lvl5pPr>
            <a:lvl6pPr marL="7052126" indent="0">
              <a:buNone/>
              <a:defRPr sz="2776"/>
            </a:lvl6pPr>
            <a:lvl7pPr marL="8462551" indent="0">
              <a:buNone/>
              <a:defRPr sz="2776"/>
            </a:lvl7pPr>
            <a:lvl8pPr marL="9872976" indent="0">
              <a:buNone/>
              <a:defRPr sz="2776"/>
            </a:lvl8pPr>
            <a:lvl9pPr marL="11283400" indent="0">
              <a:buNone/>
              <a:defRPr sz="27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2618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248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865841" y="1757688"/>
            <a:ext cx="7406640" cy="37449761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5922" y="1757688"/>
            <a:ext cx="21671279" cy="37449761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7228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2" y="1757684"/>
            <a:ext cx="29626558" cy="7315200"/>
          </a:xfrm>
          <a:prstGeom prst="rect">
            <a:avLst/>
          </a:prstGeom>
        </p:spPr>
        <p:txBody>
          <a:bodyPr vert="horz" lIns="376108" tIns="188056" rIns="376108" bIns="188056" rtlCol="0" anchor="ctr">
            <a:normAutofit/>
          </a:bodyPr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2" y="10241286"/>
            <a:ext cx="29626558" cy="28966164"/>
          </a:xfrm>
          <a:prstGeom prst="rect">
            <a:avLst/>
          </a:prstGeom>
        </p:spPr>
        <p:txBody>
          <a:bodyPr vert="horz" lIns="376108" tIns="188056" rIns="376108" bIns="188056" rtlCol="0">
            <a:normAutofit/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40680652"/>
            <a:ext cx="768096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l">
              <a:defRPr sz="3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EE5B7-680E-44FF-962F-3113FAB5030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1" y="40680652"/>
            <a:ext cx="1042416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ctr">
              <a:defRPr sz="3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1" y="40680652"/>
            <a:ext cx="7680960" cy="2336800"/>
          </a:xfrm>
          <a:prstGeom prst="rect">
            <a:avLst/>
          </a:prstGeom>
        </p:spPr>
        <p:txBody>
          <a:bodyPr vert="horz" lIns="376108" tIns="188056" rIns="376108" bIns="188056" rtlCol="0" anchor="ctr"/>
          <a:lstStyle>
            <a:defPPr>
              <a:defRPr kern="1200"/>
            </a:defPPr>
            <a:lvl1pPr algn="r">
              <a:defRPr sz="36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B6C12-88B7-467E-AE43-45481E6289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21945600"/>
            <a:ext cx="14274800" cy="3937000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9718000" y="21945600"/>
            <a:ext cx="14274800" cy="3937000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60500" y="44399200"/>
            <a:ext cx="29997400" cy="1447800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1460500" y="44970700"/>
            <a:ext cx="164592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hypotheticalocean  Size: 36x48</a:t>
            </a:r>
          </a:p>
        </p:txBody>
      </p:sp>
    </p:spTree>
    <p:extLst>
      <p:ext uri="{BB962C8B-B14F-4D97-AF65-F5344CB8AC3E}">
        <p14:creationId xmlns:p14="http://schemas.microsoft.com/office/powerpoint/2010/main" val="265923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ransition/>
  <p:txStyles>
    <p:titleStyle>
      <a:defPPr>
        <a:defRPr kern="1200"/>
      </a:defPPr>
      <a:lvl1pPr algn="ctr" defTabSz="2820850" rtl="0" eaLnBrk="1" latinLnBrk="0" hangingPunct="1">
        <a:spcBef>
          <a:spcPct val="0"/>
        </a:spcBef>
        <a:buNone/>
        <a:defRPr sz="135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1057817" indent="-1057817" algn="l" defTabSz="2820850" rtl="0" eaLnBrk="1" latinLnBrk="0" hangingPunct="1">
        <a:spcBef>
          <a:spcPct val="20000"/>
        </a:spcBef>
        <a:buFont typeface="Arial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1pPr>
      <a:lvl2pPr marL="2291942" indent="-881517" algn="l" defTabSz="2820850" rtl="0" eaLnBrk="1" latinLnBrk="0" hangingPunct="1">
        <a:spcBef>
          <a:spcPct val="20000"/>
        </a:spcBef>
        <a:buFont typeface="Arial" pitchFamily="34" charset="0"/>
        <a:buChar char="–"/>
        <a:defRPr sz="8626" kern="1200">
          <a:solidFill>
            <a:schemeClr val="tx1"/>
          </a:solidFill>
          <a:latin typeface="+mn-lt"/>
          <a:ea typeface="+mn-ea"/>
          <a:cs typeface="+mn-cs"/>
        </a:defRPr>
      </a:lvl2pPr>
      <a:lvl3pPr marL="3526062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7426" kern="1200">
          <a:solidFill>
            <a:schemeClr val="tx1"/>
          </a:solidFill>
          <a:latin typeface="+mn-lt"/>
          <a:ea typeface="+mn-ea"/>
          <a:cs typeface="+mn-cs"/>
        </a:defRPr>
      </a:lvl3pPr>
      <a:lvl4pPr marL="4936487" indent="-705212" algn="l" defTabSz="2820850" rtl="0" eaLnBrk="1" latinLnBrk="0" hangingPunct="1">
        <a:spcBef>
          <a:spcPct val="20000"/>
        </a:spcBef>
        <a:buFont typeface="Arial" pitchFamily="34" charset="0"/>
        <a:buChar char="–"/>
        <a:defRPr sz="6150" kern="1200">
          <a:solidFill>
            <a:schemeClr val="tx1"/>
          </a:solidFill>
          <a:latin typeface="+mn-lt"/>
          <a:ea typeface="+mn-ea"/>
          <a:cs typeface="+mn-cs"/>
        </a:defRPr>
      </a:lvl4pPr>
      <a:lvl5pPr marL="6346913" indent="-705212" algn="l" defTabSz="2820850" rtl="0" eaLnBrk="1" latinLnBrk="0" hangingPunct="1">
        <a:spcBef>
          <a:spcPct val="20000"/>
        </a:spcBef>
        <a:buFont typeface="Arial" pitchFamily="34" charset="0"/>
        <a:buChar char="»"/>
        <a:defRPr sz="6150" kern="1200">
          <a:solidFill>
            <a:schemeClr val="tx1"/>
          </a:solidFill>
          <a:latin typeface="+mn-lt"/>
          <a:ea typeface="+mn-ea"/>
          <a:cs typeface="+mn-cs"/>
        </a:defRPr>
      </a:lvl5pPr>
      <a:lvl6pPr marL="7757338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6150" kern="1200">
          <a:solidFill>
            <a:schemeClr val="tx1"/>
          </a:solidFill>
          <a:latin typeface="+mn-lt"/>
          <a:ea typeface="+mn-ea"/>
          <a:cs typeface="+mn-cs"/>
        </a:defRPr>
      </a:lvl6pPr>
      <a:lvl7pPr marL="9167764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6150" kern="1200">
          <a:solidFill>
            <a:schemeClr val="tx1"/>
          </a:solidFill>
          <a:latin typeface="+mn-lt"/>
          <a:ea typeface="+mn-ea"/>
          <a:cs typeface="+mn-cs"/>
        </a:defRPr>
      </a:lvl7pPr>
      <a:lvl8pPr marL="10578188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6150" kern="1200">
          <a:solidFill>
            <a:schemeClr val="tx1"/>
          </a:solidFill>
          <a:latin typeface="+mn-lt"/>
          <a:ea typeface="+mn-ea"/>
          <a:cs typeface="+mn-cs"/>
        </a:defRPr>
      </a:lvl8pPr>
      <a:lvl9pPr marL="11988614" indent="-705212" algn="l" defTabSz="2820850" rtl="0" eaLnBrk="1" latinLnBrk="0" hangingPunct="1">
        <a:spcBef>
          <a:spcPct val="20000"/>
        </a:spcBef>
        <a:buFont typeface="Arial" pitchFamily="34" charset="0"/>
        <a:buChar char="•"/>
        <a:defRPr sz="61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1pPr>
      <a:lvl2pPr marL="1410425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2pPr>
      <a:lvl3pPr marL="2820850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3pPr>
      <a:lvl4pPr marL="4231275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4pPr>
      <a:lvl5pPr marL="5641700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5pPr>
      <a:lvl6pPr marL="7052126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6pPr>
      <a:lvl7pPr marL="8462551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7pPr>
      <a:lvl8pPr marL="9872976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8pPr>
      <a:lvl9pPr marL="11283400" algn="l" defTabSz="2820850" rtl="0" eaLnBrk="1" latinLnBrk="0" hangingPunct="1">
        <a:defRPr sz="5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orren-ravid/" TargetMode="External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hyperlink" Target="https://doi.org/10.1038/s41592-025-02895-w" TargetMode="External"/><Relationship Id="rId7" Type="http://schemas.openxmlformats.org/officeDocument/2006/relationships/hyperlink" Target="https://github.com/orrenravid1" TargetMode="External"/><Relationship Id="rId12" Type="http://schemas.openxmlformats.org/officeDocument/2006/relationships/image" Target="../media/image6.png"/><Relationship Id="rId17" Type="http://schemas.openxmlformats.org/officeDocument/2006/relationships/image" Target="../media/image11.png"/><Relationship Id="rId2" Type="http://schemas.openxmlformats.org/officeDocument/2006/relationships/hyperlink" Target="https://doi.org/10.1162/neco.1997.9.6.1179" TargetMode="Externa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orren.ravid@umassmed.edu" TargetMode="External"/><Relationship Id="rId11" Type="http://schemas.openxmlformats.org/officeDocument/2006/relationships/image" Target="../media/image5.svg"/><Relationship Id="rId5" Type="http://schemas.openxmlformats.org/officeDocument/2006/relationships/hyperlink" Target="https://doi.org/10.1109/EMPDP.2019.8671560" TargetMode="External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hyperlink" Target="https://doi.org/10.3389/neuro.11.006.2008" TargetMode="External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9F1F0-FE93-5881-3ADC-45A5CB390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owchart: Document 34">
            <a:extLst>
              <a:ext uri="{FF2B5EF4-FFF2-40B4-BE49-F238E27FC236}">
                <a16:creationId xmlns:a16="http://schemas.microsoft.com/office/drawing/2014/main" id="{7CCA2474-B691-28F5-23BB-F19A9AE218E5}"/>
              </a:ext>
            </a:extLst>
          </p:cNvPr>
          <p:cNvSpPr/>
          <p:nvPr/>
        </p:nvSpPr>
        <p:spPr>
          <a:xfrm rot="10800000">
            <a:off x="3" y="4591818"/>
            <a:ext cx="32918397" cy="12909281"/>
          </a:xfrm>
          <a:prstGeom prst="flowChartDocumen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5550" dirty="0"/>
          </a:p>
        </p:txBody>
      </p:sp>
      <p:sp>
        <p:nvSpPr>
          <p:cNvPr id="39" name="Flowchart: Document 70">
            <a:extLst>
              <a:ext uri="{FF2B5EF4-FFF2-40B4-BE49-F238E27FC236}">
                <a16:creationId xmlns:a16="http://schemas.microsoft.com/office/drawing/2014/main" id="{3CB7140A-77F6-E3D7-D9AA-F59408122C47}"/>
              </a:ext>
            </a:extLst>
          </p:cNvPr>
          <p:cNvSpPr/>
          <p:nvPr/>
        </p:nvSpPr>
        <p:spPr>
          <a:xfrm rot="10800000" flipH="1">
            <a:off x="1" y="4722594"/>
            <a:ext cx="32918400" cy="12787037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dup0" fmla="*/ 0 w 21600"/>
              <a:gd name="connsiteY0dup0" fmla="*/ 0 h 21495"/>
              <a:gd name="connsiteX1dup0" fmla="*/ 21600 w 21600"/>
              <a:gd name="connsiteY1dup0" fmla="*/ 0 h 21495"/>
              <a:gd name="connsiteX2dup0" fmla="*/ 15601 w 21600"/>
              <a:gd name="connsiteY2dup0" fmla="*/ 18514 h 21495"/>
              <a:gd name="connsiteX3dup0" fmla="*/ 0 w 21600"/>
              <a:gd name="connsiteY3dup0" fmla="*/ 20172 h 21495"/>
              <a:gd name="connsiteX4dup0" fmla="*/ 0 w 21600"/>
              <a:gd name="connsiteY4dup0" fmla="*/ 0 h 21495"/>
              <a:gd name="connsiteX0dup0dup1" fmla="*/ 0 w 15601"/>
              <a:gd name="connsiteY0dup0dup1" fmla="*/ 29 h 21524"/>
              <a:gd name="connsiteX1dup0dup1" fmla="*/ 15591 w 15601"/>
              <a:gd name="connsiteY1dup0dup1" fmla="*/ 0 h 21524"/>
              <a:gd name="connsiteX2dup0dup1" fmla="*/ 15601 w 15601"/>
              <a:gd name="connsiteY2dup0dup1" fmla="*/ 18543 h 21524"/>
              <a:gd name="connsiteX3dup0dup1" fmla="*/ 0 w 15601"/>
              <a:gd name="connsiteY3dup0dup1" fmla="*/ 20201 h 21524"/>
              <a:gd name="connsiteX4dup0dup1" fmla="*/ 0 w 15601"/>
              <a:gd name="connsiteY4dup0dup1" fmla="*/ 29 h 21524"/>
              <a:gd name="connsiteX0dup0dup1dup2" fmla="*/ 0 w 15601"/>
              <a:gd name="connsiteY0dup0dup1dup2" fmla="*/ 29 h 21278"/>
              <a:gd name="connsiteX1dup0dup1dup2" fmla="*/ 15591 w 15601"/>
              <a:gd name="connsiteY1dup0dup1dup2" fmla="*/ 0 h 21278"/>
              <a:gd name="connsiteX2dup0dup1dup2" fmla="*/ 15601 w 15601"/>
              <a:gd name="connsiteY2dup0dup1dup2" fmla="*/ 18543 h 21278"/>
              <a:gd name="connsiteX3dup0dup1dup2" fmla="*/ 0 w 15601"/>
              <a:gd name="connsiteY3dup0dup1dup2" fmla="*/ 20201 h 21278"/>
              <a:gd name="connsiteX4dup0dup1dup2" fmla="*/ 0 w 15601"/>
              <a:gd name="connsiteY4dup0dup1dup2" fmla="*/ 29 h 21278"/>
              <a:gd name="connsiteX0dup0dup1dup2dup3" fmla="*/ 0 w 15601"/>
              <a:gd name="connsiteY0dup0dup1dup2dup3" fmla="*/ 29 h 21156"/>
              <a:gd name="connsiteX1dup0dup1dup2dup3" fmla="*/ 15591 w 15601"/>
              <a:gd name="connsiteY1dup0dup1dup2dup3" fmla="*/ 0 h 21156"/>
              <a:gd name="connsiteX2dup0dup1dup2dup3" fmla="*/ 15601 w 15601"/>
              <a:gd name="connsiteY2dup0dup1dup2dup3" fmla="*/ 18543 h 21156"/>
              <a:gd name="connsiteX3dup0dup1dup2dup3" fmla="*/ 0 w 15601"/>
              <a:gd name="connsiteY3dup0dup1dup2dup3" fmla="*/ 20201 h 21156"/>
              <a:gd name="connsiteX4dup0dup1dup2dup3" fmla="*/ 0 w 15601"/>
              <a:gd name="connsiteY4dup0dup1dup2dup3" fmla="*/ 29 h 21156"/>
              <a:gd name="connsiteX0dup0dup1dup2dup3dup4" fmla="*/ 0 w 15601"/>
              <a:gd name="connsiteY0dup0dup1dup2dup3dup4" fmla="*/ 29 h 21172"/>
              <a:gd name="connsiteX1dup0dup1dup2dup3dup4" fmla="*/ 15591 w 15601"/>
              <a:gd name="connsiteY1dup0dup1dup2dup3dup4" fmla="*/ 0 h 21172"/>
              <a:gd name="connsiteX2dup0dup1dup2dup3dup4" fmla="*/ 15601 w 15601"/>
              <a:gd name="connsiteY2dup0dup1dup2dup3dup4" fmla="*/ 18543 h 21172"/>
              <a:gd name="connsiteX3dup0dup1dup2dup3dup4" fmla="*/ 0 w 15601"/>
              <a:gd name="connsiteY3dup0dup1dup2dup3dup4" fmla="*/ 20201 h 21172"/>
              <a:gd name="connsiteX4dup0dup1dup2dup3dup4" fmla="*/ 0 w 15601"/>
              <a:gd name="connsiteY4dup0dup1dup2dup3dup4" fmla="*/ 29 h 21172"/>
              <a:gd name="connsiteX0dup0dup1dup2dup3dup4dup5" fmla="*/ 0 w 15601"/>
              <a:gd name="connsiteY0dup0dup1dup2dup3dup4dup5" fmla="*/ 29 h 21294"/>
              <a:gd name="connsiteX1dup0dup1dup2dup3dup4dup5" fmla="*/ 15591 w 15601"/>
              <a:gd name="connsiteY1dup0dup1dup2dup3dup4dup5" fmla="*/ 0 h 21294"/>
              <a:gd name="connsiteX2dup0dup1dup2dup3dup4dup5" fmla="*/ 15601 w 15601"/>
              <a:gd name="connsiteY2dup0dup1dup2dup3dup4dup5" fmla="*/ 18543 h 21294"/>
              <a:gd name="connsiteX3dup0dup1dup2dup3dup4dup5" fmla="*/ 0 w 15601"/>
              <a:gd name="connsiteY3dup0dup1dup2dup3dup4dup5" fmla="*/ 20201 h 21294"/>
              <a:gd name="connsiteX4dup0dup1dup2dup3dup4dup5" fmla="*/ 0 w 15601"/>
              <a:gd name="connsiteY4dup0dup1dup2dup3dup4dup5" fmla="*/ 29 h 21294"/>
              <a:gd name="connsiteX0dup0dup1dup2dup3dup4dup5dup6" fmla="*/ 0 w 15601"/>
              <a:gd name="connsiteY0dup0dup1dup2dup3dup4dup5dup6" fmla="*/ 29 h 21270"/>
              <a:gd name="connsiteX1dup0dup1dup2dup3dup4dup5dup6" fmla="*/ 15591 w 15601"/>
              <a:gd name="connsiteY1dup0dup1dup2dup3dup4dup5dup6" fmla="*/ 0 h 21270"/>
              <a:gd name="connsiteX2dup0dup1dup2dup3dup4dup5dup6" fmla="*/ 15601 w 15601"/>
              <a:gd name="connsiteY2dup0dup1dup2dup3dup4dup5dup6" fmla="*/ 18543 h 21270"/>
              <a:gd name="connsiteX3dup0dup1dup2dup3dup4dup5dup6" fmla="*/ 0 w 15601"/>
              <a:gd name="connsiteY3dup0dup1dup2dup3dup4dup5dup6" fmla="*/ 20201 h 21270"/>
              <a:gd name="connsiteX4dup0dup1dup2dup3dup4dup5dup6" fmla="*/ 0 w 15601"/>
              <a:gd name="connsiteY4dup0dup1dup2dup3dup4dup5dup6" fmla="*/ 29 h 21270"/>
              <a:gd name="connsiteX0dup0dup1dup2dup3dup4dup5dup6dup7" fmla="*/ 0 w 15601"/>
              <a:gd name="connsiteY0dup0dup1dup2dup3dup4dup5dup6dup7" fmla="*/ 29 h 21322"/>
              <a:gd name="connsiteX1dup0dup1dup2dup3dup4dup5dup6dup7" fmla="*/ 15591 w 15601"/>
              <a:gd name="connsiteY1dup0dup1dup2dup3dup4dup5dup6dup7" fmla="*/ 0 h 21322"/>
              <a:gd name="connsiteX2dup0dup1dup2dup3dup4dup5dup6dup7" fmla="*/ 15601 w 15601"/>
              <a:gd name="connsiteY2dup0dup1dup2dup3dup4dup5dup6dup7" fmla="*/ 18863 h 21322"/>
              <a:gd name="connsiteX3dup0dup1dup2dup3dup4dup5dup6dup7" fmla="*/ 0 w 15601"/>
              <a:gd name="connsiteY3dup0dup1dup2dup3dup4dup5dup6dup7" fmla="*/ 20201 h 21322"/>
              <a:gd name="connsiteX4dup0dup1dup2dup3dup4dup5dup6dup7" fmla="*/ 0 w 15601"/>
              <a:gd name="connsiteY4dup0dup1dup2dup3dup4dup5dup6dup7" fmla="*/ 29 h 21322"/>
              <a:gd name="connsiteX0dup0dup1dup2dup3dup4dup5dup6dup7dup8" fmla="*/ 0 w 15601"/>
              <a:gd name="connsiteY0dup0dup1dup2dup3dup4dup5dup6dup7dup8" fmla="*/ 29 h 21347"/>
              <a:gd name="connsiteX1dup0dup1dup2dup3dup4dup5dup6dup7dup8" fmla="*/ 15591 w 15601"/>
              <a:gd name="connsiteY1dup0dup1dup2dup3dup4dup5dup6dup7dup8" fmla="*/ 0 h 21347"/>
              <a:gd name="connsiteX2dup0dup1dup2dup3dup4dup5dup6dup7dup8" fmla="*/ 15601 w 15601"/>
              <a:gd name="connsiteY2dup0dup1dup2dup3dup4dup5dup6dup7dup8" fmla="*/ 18863 h 21347"/>
              <a:gd name="connsiteX3dup0dup1dup2dup3dup4dup5dup6dup7dup8" fmla="*/ 0 w 15601"/>
              <a:gd name="connsiteY3dup0dup1dup2dup3dup4dup5dup6dup7dup8" fmla="*/ 20201 h 21347"/>
              <a:gd name="connsiteX4dup0dup1dup2dup3dup4dup5dup6dup7dup8" fmla="*/ 0 w 15601"/>
              <a:gd name="connsiteY4dup0dup1dup2dup3dup4dup5dup6dup7dup8" fmla="*/ 29 h 21347"/>
              <a:gd name="connsiteX0dup0dup1dup2dup3dup4dup5dup6dup7dup8dup9" fmla="*/ 0 w 15601"/>
              <a:gd name="connsiteY0dup0dup1dup2dup3dup4dup5dup6dup7dup8dup9" fmla="*/ 29 h 21222"/>
              <a:gd name="connsiteX1dup0dup1dup2dup3dup4dup5dup6dup7dup8dup9" fmla="*/ 15591 w 15601"/>
              <a:gd name="connsiteY1dup0dup1dup2dup3dup4dup5dup6dup7dup8dup9" fmla="*/ 0 h 21222"/>
              <a:gd name="connsiteX2dup0dup1dup2dup3dup4dup5dup6dup7dup8dup9" fmla="*/ 15601 w 15601"/>
              <a:gd name="connsiteY2dup0dup1dup2dup3dup4dup5dup6dup7dup8dup9" fmla="*/ 18863 h 21222"/>
              <a:gd name="connsiteX3dup0dup1dup2dup3dup4dup5dup6dup7dup8dup9" fmla="*/ 0 w 15601"/>
              <a:gd name="connsiteY3dup0dup1dup2dup3dup4dup5dup6dup7dup8dup9" fmla="*/ 20201 h 21222"/>
              <a:gd name="connsiteX4dup0dup1dup2dup3dup4dup5dup6dup7dup8dup9" fmla="*/ 0 w 15601"/>
              <a:gd name="connsiteY4dup0dup1dup2dup3dup4dup5dup6dup7dup8dup9" fmla="*/ 29 h 21222"/>
              <a:gd name="connsiteX0dup0dup1dup2dup3dup4dup5dup6dup7dup8dup9dup10" fmla="*/ 0 w 15601"/>
              <a:gd name="connsiteY0dup0dup1dup2dup3dup4dup5dup6dup7dup8dup9dup10" fmla="*/ 29 h 21210"/>
              <a:gd name="connsiteX1dup0dup1dup2dup3dup4dup5dup6dup7dup8dup9dup10" fmla="*/ 15591 w 15601"/>
              <a:gd name="connsiteY1dup0dup1dup2dup3dup4dup5dup6dup7dup8dup9dup10" fmla="*/ 0 h 21210"/>
              <a:gd name="connsiteX2dup0dup1dup2dup3dup4dup5dup6dup7dup8dup9dup10" fmla="*/ 15601 w 15601"/>
              <a:gd name="connsiteY2dup0dup1dup2dup3dup4dup5dup6dup7dup8dup9dup10" fmla="*/ 18863 h 21210"/>
              <a:gd name="connsiteX3dup0dup1dup2dup3dup4dup5dup6dup7dup8dup9dup10" fmla="*/ 0 w 15601"/>
              <a:gd name="connsiteY3dup0dup1dup2dup3dup4dup5dup6dup7dup8dup9dup10" fmla="*/ 20201 h 21210"/>
              <a:gd name="connsiteX4dup0dup1dup2dup3dup4dup5dup6dup7dup8dup9dup10" fmla="*/ 0 w 15601"/>
              <a:gd name="connsiteY4dup0dup1dup2dup3dup4dup5dup6dup7dup8dup9dup10" fmla="*/ 29 h 21210"/>
              <a:gd name="connsiteX0dup0dup1dup2dup3dup4dup5dup6dup7dup8dup9dup10dup11" fmla="*/ 0 w 15601"/>
              <a:gd name="connsiteY0dup0dup1dup2dup3dup4dup5dup6dup7dup8dup9dup10dup11" fmla="*/ 29 h 21275"/>
              <a:gd name="connsiteX1dup0dup1dup2dup3dup4dup5dup6dup7dup8dup9dup10dup11" fmla="*/ 15591 w 15601"/>
              <a:gd name="connsiteY1dup0dup1dup2dup3dup4dup5dup6dup7dup8dup9dup10dup11" fmla="*/ 0 h 21275"/>
              <a:gd name="connsiteX2dup0dup1dup2dup3dup4dup5dup6dup7dup8dup9dup10dup11" fmla="*/ 15601 w 15601"/>
              <a:gd name="connsiteY2dup0dup1dup2dup3dup4dup5dup6dup7dup8dup9dup10dup11" fmla="*/ 19241 h 21275"/>
              <a:gd name="connsiteX3dup0dup1dup2dup3dup4dup5dup6dup7dup8dup9dup10dup11" fmla="*/ 0 w 15601"/>
              <a:gd name="connsiteY3dup0dup1dup2dup3dup4dup5dup6dup7dup8dup9dup10dup11" fmla="*/ 20201 h 21275"/>
              <a:gd name="connsiteX4dup0dup1dup2dup3dup4dup5dup6dup7dup8dup9dup10dup11" fmla="*/ 0 w 15601"/>
              <a:gd name="connsiteY4dup0dup1dup2dup3dup4dup5dup6dup7dup8dup9dup10dup11" fmla="*/ 29 h 21275"/>
              <a:gd name="connsiteX0dup0dup1dup2dup3dup4dup5dup6dup7dup8dup9dup10dup11dup12" fmla="*/ 0 w 15601"/>
              <a:gd name="connsiteY0dup0dup1dup2dup3dup4dup5dup6dup7dup8dup9dup10dup11dup12" fmla="*/ 29 h 21467"/>
              <a:gd name="connsiteX1dup0dup1dup2dup3dup4dup5dup6dup7dup8dup9dup10dup11dup12" fmla="*/ 15591 w 15601"/>
              <a:gd name="connsiteY1dup0dup1dup2dup3dup4dup5dup6dup7dup8dup9dup10dup11dup12" fmla="*/ 0 h 21467"/>
              <a:gd name="connsiteX2dup0dup1dup2dup3dup4dup5dup6dup7dup8dup9dup10dup11dup12" fmla="*/ 15601 w 15601"/>
              <a:gd name="connsiteY2dup0dup1dup2dup3dup4dup5dup6dup7dup8dup9dup10dup11dup12" fmla="*/ 19241 h 21467"/>
              <a:gd name="connsiteX3dup0dup1dup2dup3dup4dup5dup6dup7dup8dup9dup10dup11dup12" fmla="*/ 0 w 15601"/>
              <a:gd name="connsiteY3dup0dup1dup2dup3dup4dup5dup6dup7dup8dup9dup10dup11dup12" fmla="*/ 20434 h 21467"/>
              <a:gd name="connsiteX4dup0dup1dup2dup3dup4dup5dup6dup7dup8dup9dup10dup11dup12" fmla="*/ 0 w 15601"/>
              <a:gd name="connsiteY4dup0dup1dup2dup3dup4dup5dup6dup7dup8dup9dup10dup11dup12" fmla="*/ 29 h 21467"/>
              <a:gd name="connsiteX0dup0dup1dup2dup3dup4dup5dup6dup7dup8dup9dup10dup11dup12dup13" fmla="*/ 0 w 15601"/>
              <a:gd name="connsiteY0dup0dup1dup2dup3dup4dup5dup6dup7dup8dup9dup10dup11dup12dup13" fmla="*/ 29 h 21343"/>
              <a:gd name="connsiteX1dup0dup1dup2dup3dup4dup5dup6dup7dup8dup9dup10dup11dup12dup13" fmla="*/ 15591 w 15601"/>
              <a:gd name="connsiteY1dup0dup1dup2dup3dup4dup5dup6dup7dup8dup9dup10dup11dup12dup13" fmla="*/ 0 h 21343"/>
              <a:gd name="connsiteX2dup0dup1dup2dup3dup4dup5dup6dup7dup8dup9dup10dup11dup12dup13" fmla="*/ 15601 w 15601"/>
              <a:gd name="connsiteY2dup0dup1dup2dup3dup4dup5dup6dup7dup8dup9dup10dup11dup12dup13" fmla="*/ 19241 h 21343"/>
              <a:gd name="connsiteX3dup0dup1dup2dup3dup4dup5dup6dup7dup8dup9dup10dup11dup12dup13" fmla="*/ 0 w 15601"/>
              <a:gd name="connsiteY3dup0dup1dup2dup3dup4dup5dup6dup7dup8dup9dup10dup11dup12dup13" fmla="*/ 20434 h 21343"/>
              <a:gd name="connsiteX4dup0dup1dup2dup3dup4dup5dup6dup7dup8dup9dup10dup11dup12dup13" fmla="*/ 0 w 15601"/>
              <a:gd name="connsiteY4dup0dup1dup2dup3dup4dup5dup6dup7dup8dup9dup10dup11dup12dup13" fmla="*/ 29 h 21343"/>
              <a:gd name="connsiteX0dup0dup1dup2dup3dup4dup5dup6dup7dup8dup9dup10dup11dup12dup13dup14" fmla="*/ 0 w 15601"/>
              <a:gd name="connsiteY0dup0dup1dup2dup3dup4dup5dup6dup7dup8dup9dup10dup11dup12dup13dup14" fmla="*/ 29 h 21351"/>
              <a:gd name="connsiteX1dup0dup1dup2dup3dup4dup5dup6dup7dup8dup9dup10dup11dup12dup13dup14" fmla="*/ 15591 w 15601"/>
              <a:gd name="connsiteY1dup0dup1dup2dup3dup4dup5dup6dup7dup8dup9dup10dup11dup12dup13dup14" fmla="*/ 0 h 21351"/>
              <a:gd name="connsiteX2dup0dup1dup2dup3dup4dup5dup6dup7dup8dup9dup10dup11dup12dup13dup14" fmla="*/ 15601 w 15601"/>
              <a:gd name="connsiteY2dup0dup1dup2dup3dup4dup5dup6dup7dup8dup9dup10dup11dup12dup13dup14" fmla="*/ 19241 h 21351"/>
              <a:gd name="connsiteX3dup0dup1dup2dup3dup4dup5dup6dup7dup8dup9dup10dup11dup12dup13dup14" fmla="*/ 0 w 15601"/>
              <a:gd name="connsiteY3dup0dup1dup2dup3dup4dup5dup6dup7dup8dup9dup10dup11dup12dup13dup14" fmla="*/ 20434 h 21351"/>
              <a:gd name="connsiteX4dup0dup1dup2dup3dup4dup5dup6dup7dup8dup9dup10dup11dup12dup13dup14" fmla="*/ 0 w 15601"/>
              <a:gd name="connsiteY4dup0dup1dup2dup3dup4dup5dup6dup7dup8dup9dup10dup11dup12dup13dup14" fmla="*/ 29 h 21351"/>
            </a:gdLst>
            <a:ahLst/>
            <a:cxnLst>
              <a:cxn ang="0">
                <a:pos x="connsiteX0dup0dup1dup2dup3dup4dup5dup6dup7dup8dup9dup10dup11dup12dup13dup14" y="connsiteY0dup0dup1dup2dup3dup4dup5dup6dup7dup8dup9dup10dup11dup12dup13dup14"/>
              </a:cxn>
              <a:cxn ang="0">
                <a:pos x="connsiteX1dup0dup1dup2dup3dup4dup5dup6dup7dup8dup9dup10dup11dup12dup13dup14" y="connsiteY1dup0dup1dup2dup3dup4dup5dup6dup7dup8dup9dup10dup11dup12dup13dup14"/>
              </a:cxn>
              <a:cxn ang="0">
                <a:pos x="connsiteX2dup0dup1dup2dup3dup4dup5dup6dup7dup8dup9dup10dup11dup12dup13dup14" y="connsiteY2dup0dup1dup2dup3dup4dup5dup6dup7dup8dup9dup10dup11dup12dup13dup14"/>
              </a:cxn>
              <a:cxn ang="0">
                <a:pos x="connsiteX3dup0dup1dup2dup3dup4dup5dup6dup7dup8dup9dup10dup11dup12dup13dup14" y="connsiteY3dup0dup1dup2dup3dup4dup5dup6dup7dup8dup9dup10dup11dup12dup13dup14"/>
              </a:cxn>
              <a:cxn ang="0">
                <a:pos x="connsiteX4dup0dup1dup2dup3dup4dup5dup6dup7dup8dup9dup10dup11dup12dup13dup14" y="connsiteY4dup0dup1dup2dup3dup4dup5dup6dup7dup8dup9dup10dup11dup12dup13dup14"/>
              </a:cxn>
            </a:cxnLst>
            <a:rect l="l" t="t" r="r" b="b"/>
            <a:pathLst>
              <a:path w="15601" h="21351">
                <a:moveTo>
                  <a:pt x="0" y="29"/>
                </a:moveTo>
                <a:lnTo>
                  <a:pt x="15591" y="0"/>
                </a:lnTo>
                <a:cubicBezTo>
                  <a:pt x="15591" y="5774"/>
                  <a:pt x="15601" y="13467"/>
                  <a:pt x="15601" y="19241"/>
                </a:cubicBezTo>
                <a:cubicBezTo>
                  <a:pt x="10638" y="19328"/>
                  <a:pt x="7602" y="23020"/>
                  <a:pt x="0" y="20434"/>
                </a:cubicBezTo>
                <a:lnTo>
                  <a:pt x="0" y="29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5550" dirty="0"/>
              <a:t> </a:t>
            </a:r>
          </a:p>
        </p:txBody>
      </p:sp>
      <p:sp>
        <p:nvSpPr>
          <p:cNvPr id="40" name="Flowchart: Document 70">
            <a:extLst>
              <a:ext uri="{FF2B5EF4-FFF2-40B4-BE49-F238E27FC236}">
                <a16:creationId xmlns:a16="http://schemas.microsoft.com/office/drawing/2014/main" id="{8F443CCE-D45C-6E01-9EAA-25B6FD680506}"/>
              </a:ext>
            </a:extLst>
          </p:cNvPr>
          <p:cNvSpPr/>
          <p:nvPr/>
        </p:nvSpPr>
        <p:spPr>
          <a:xfrm rot="10800000" flipH="1">
            <a:off x="-2113" y="4903782"/>
            <a:ext cx="32920511" cy="38535840"/>
          </a:xfrm>
          <a:custGeom>
            <a:avLst/>
            <a:gdLst>
              <a:gd name="connsiteX0" fmla="*/ 7 w 15602"/>
              <a:gd name="connsiteY0" fmla="*/ 0 h 42499"/>
              <a:gd name="connsiteX1" fmla="*/ 15596 w 15602"/>
              <a:gd name="connsiteY1" fmla="*/ 2 h 42499"/>
              <a:gd name="connsiteX2" fmla="*/ 15602 w 15602"/>
              <a:gd name="connsiteY2" fmla="*/ 40389 h 42499"/>
              <a:gd name="connsiteX3" fmla="*/ 1 w 15602"/>
              <a:gd name="connsiteY3" fmla="*/ 41582 h 42499"/>
              <a:gd name="connsiteX4" fmla="*/ 7 w 15602"/>
              <a:gd name="connsiteY4" fmla="*/ 0 h 42499"/>
              <a:gd name="connsiteX0dup0" fmla="*/ 0 w 21600"/>
              <a:gd name="connsiteY0dup0" fmla="*/ 0 h 21495"/>
              <a:gd name="connsiteX1dup0" fmla="*/ 21600 w 21600"/>
              <a:gd name="connsiteY1dup0" fmla="*/ 0 h 21495"/>
              <a:gd name="connsiteX2dup0" fmla="*/ 15601 w 21600"/>
              <a:gd name="connsiteY2dup0" fmla="*/ 18514 h 21495"/>
              <a:gd name="connsiteX3dup0" fmla="*/ 0 w 21600"/>
              <a:gd name="connsiteY3dup0" fmla="*/ 20172 h 21495"/>
              <a:gd name="connsiteX4dup0" fmla="*/ 0 w 21600"/>
              <a:gd name="connsiteY4dup0" fmla="*/ 0 h 21495"/>
              <a:gd name="connsiteX0dup0dup1" fmla="*/ 0 w 15601"/>
              <a:gd name="connsiteY0dup0dup1" fmla="*/ 29 h 21524"/>
              <a:gd name="connsiteX1dup0dup1" fmla="*/ 15591 w 15601"/>
              <a:gd name="connsiteY1dup0dup1" fmla="*/ 0 h 21524"/>
              <a:gd name="connsiteX2dup0dup1" fmla="*/ 15601 w 15601"/>
              <a:gd name="connsiteY2dup0dup1" fmla="*/ 18543 h 21524"/>
              <a:gd name="connsiteX3dup0dup1" fmla="*/ 0 w 15601"/>
              <a:gd name="connsiteY3dup0dup1" fmla="*/ 20201 h 21524"/>
              <a:gd name="connsiteX4dup0dup1" fmla="*/ 0 w 15601"/>
              <a:gd name="connsiteY4dup0dup1" fmla="*/ 29 h 21524"/>
              <a:gd name="connsiteX0dup0dup1dup2" fmla="*/ 0 w 15601"/>
              <a:gd name="connsiteY0dup0dup1dup2" fmla="*/ 29 h 21278"/>
              <a:gd name="connsiteX1dup0dup1dup2" fmla="*/ 15591 w 15601"/>
              <a:gd name="connsiteY1dup0dup1dup2" fmla="*/ 0 h 21278"/>
              <a:gd name="connsiteX2dup0dup1dup2" fmla="*/ 15601 w 15601"/>
              <a:gd name="connsiteY2dup0dup1dup2" fmla="*/ 18543 h 21278"/>
              <a:gd name="connsiteX3dup0dup1dup2" fmla="*/ 0 w 15601"/>
              <a:gd name="connsiteY3dup0dup1dup2" fmla="*/ 20201 h 21278"/>
              <a:gd name="connsiteX4dup0dup1dup2" fmla="*/ 0 w 15601"/>
              <a:gd name="connsiteY4dup0dup1dup2" fmla="*/ 29 h 21278"/>
              <a:gd name="connsiteX0dup0dup1dup2dup3" fmla="*/ 0 w 15601"/>
              <a:gd name="connsiteY0dup0dup1dup2dup3" fmla="*/ 29 h 21156"/>
              <a:gd name="connsiteX1dup0dup1dup2dup3" fmla="*/ 15591 w 15601"/>
              <a:gd name="connsiteY1dup0dup1dup2dup3" fmla="*/ 0 h 21156"/>
              <a:gd name="connsiteX2dup0dup1dup2dup3" fmla="*/ 15601 w 15601"/>
              <a:gd name="connsiteY2dup0dup1dup2dup3" fmla="*/ 18543 h 21156"/>
              <a:gd name="connsiteX3dup0dup1dup2dup3" fmla="*/ 0 w 15601"/>
              <a:gd name="connsiteY3dup0dup1dup2dup3" fmla="*/ 20201 h 21156"/>
              <a:gd name="connsiteX4dup0dup1dup2dup3" fmla="*/ 0 w 15601"/>
              <a:gd name="connsiteY4dup0dup1dup2dup3" fmla="*/ 29 h 21156"/>
              <a:gd name="connsiteX0dup0dup1dup2dup3dup4" fmla="*/ 0 w 15601"/>
              <a:gd name="connsiteY0dup0dup1dup2dup3dup4" fmla="*/ 29 h 21172"/>
              <a:gd name="connsiteX1dup0dup1dup2dup3dup4" fmla="*/ 15591 w 15601"/>
              <a:gd name="connsiteY1dup0dup1dup2dup3dup4" fmla="*/ 0 h 21172"/>
              <a:gd name="connsiteX2dup0dup1dup2dup3dup4" fmla="*/ 15601 w 15601"/>
              <a:gd name="connsiteY2dup0dup1dup2dup3dup4" fmla="*/ 18543 h 21172"/>
              <a:gd name="connsiteX3dup0dup1dup2dup3dup4" fmla="*/ 0 w 15601"/>
              <a:gd name="connsiteY3dup0dup1dup2dup3dup4" fmla="*/ 20201 h 21172"/>
              <a:gd name="connsiteX4dup0dup1dup2dup3dup4" fmla="*/ 0 w 15601"/>
              <a:gd name="connsiteY4dup0dup1dup2dup3dup4" fmla="*/ 29 h 21172"/>
              <a:gd name="connsiteX0dup0dup1dup2dup3dup4dup5" fmla="*/ 0 w 15601"/>
              <a:gd name="connsiteY0dup0dup1dup2dup3dup4dup5" fmla="*/ 29 h 21294"/>
              <a:gd name="connsiteX1dup0dup1dup2dup3dup4dup5" fmla="*/ 15591 w 15601"/>
              <a:gd name="connsiteY1dup0dup1dup2dup3dup4dup5" fmla="*/ 0 h 21294"/>
              <a:gd name="connsiteX2dup0dup1dup2dup3dup4dup5" fmla="*/ 15601 w 15601"/>
              <a:gd name="connsiteY2dup0dup1dup2dup3dup4dup5" fmla="*/ 18543 h 21294"/>
              <a:gd name="connsiteX3dup0dup1dup2dup3dup4dup5" fmla="*/ 0 w 15601"/>
              <a:gd name="connsiteY3dup0dup1dup2dup3dup4dup5" fmla="*/ 20201 h 21294"/>
              <a:gd name="connsiteX4dup0dup1dup2dup3dup4dup5" fmla="*/ 0 w 15601"/>
              <a:gd name="connsiteY4dup0dup1dup2dup3dup4dup5" fmla="*/ 29 h 21294"/>
              <a:gd name="connsiteX0dup0dup1dup2dup3dup4dup5dup6" fmla="*/ 0 w 15601"/>
              <a:gd name="connsiteY0dup0dup1dup2dup3dup4dup5dup6" fmla="*/ 29 h 21270"/>
              <a:gd name="connsiteX1dup0dup1dup2dup3dup4dup5dup6" fmla="*/ 15591 w 15601"/>
              <a:gd name="connsiteY1dup0dup1dup2dup3dup4dup5dup6" fmla="*/ 0 h 21270"/>
              <a:gd name="connsiteX2dup0dup1dup2dup3dup4dup5dup6" fmla="*/ 15601 w 15601"/>
              <a:gd name="connsiteY2dup0dup1dup2dup3dup4dup5dup6" fmla="*/ 18543 h 21270"/>
              <a:gd name="connsiteX3dup0dup1dup2dup3dup4dup5dup6" fmla="*/ 0 w 15601"/>
              <a:gd name="connsiteY3dup0dup1dup2dup3dup4dup5dup6" fmla="*/ 20201 h 21270"/>
              <a:gd name="connsiteX4dup0dup1dup2dup3dup4dup5dup6" fmla="*/ 0 w 15601"/>
              <a:gd name="connsiteY4dup0dup1dup2dup3dup4dup5dup6" fmla="*/ 29 h 21270"/>
              <a:gd name="connsiteX0dup0dup1dup2dup3dup4dup5dup6dup7" fmla="*/ 0 w 15601"/>
              <a:gd name="connsiteY0dup0dup1dup2dup3dup4dup5dup6dup7" fmla="*/ 29 h 21322"/>
              <a:gd name="connsiteX1dup0dup1dup2dup3dup4dup5dup6dup7" fmla="*/ 15591 w 15601"/>
              <a:gd name="connsiteY1dup0dup1dup2dup3dup4dup5dup6dup7" fmla="*/ 0 h 21322"/>
              <a:gd name="connsiteX2dup0dup1dup2dup3dup4dup5dup6dup7" fmla="*/ 15601 w 15601"/>
              <a:gd name="connsiteY2dup0dup1dup2dup3dup4dup5dup6dup7" fmla="*/ 18863 h 21322"/>
              <a:gd name="connsiteX3dup0dup1dup2dup3dup4dup5dup6dup7" fmla="*/ 0 w 15601"/>
              <a:gd name="connsiteY3dup0dup1dup2dup3dup4dup5dup6dup7" fmla="*/ 20201 h 21322"/>
              <a:gd name="connsiteX4dup0dup1dup2dup3dup4dup5dup6dup7" fmla="*/ 0 w 15601"/>
              <a:gd name="connsiteY4dup0dup1dup2dup3dup4dup5dup6dup7" fmla="*/ 29 h 21322"/>
              <a:gd name="connsiteX0dup0dup1dup2dup3dup4dup5dup6dup7dup8" fmla="*/ 0 w 15601"/>
              <a:gd name="connsiteY0dup0dup1dup2dup3dup4dup5dup6dup7dup8" fmla="*/ 29 h 21347"/>
              <a:gd name="connsiteX1dup0dup1dup2dup3dup4dup5dup6dup7dup8" fmla="*/ 15591 w 15601"/>
              <a:gd name="connsiteY1dup0dup1dup2dup3dup4dup5dup6dup7dup8" fmla="*/ 0 h 21347"/>
              <a:gd name="connsiteX2dup0dup1dup2dup3dup4dup5dup6dup7dup8" fmla="*/ 15601 w 15601"/>
              <a:gd name="connsiteY2dup0dup1dup2dup3dup4dup5dup6dup7dup8" fmla="*/ 18863 h 21347"/>
              <a:gd name="connsiteX3dup0dup1dup2dup3dup4dup5dup6dup7dup8" fmla="*/ 0 w 15601"/>
              <a:gd name="connsiteY3dup0dup1dup2dup3dup4dup5dup6dup7dup8" fmla="*/ 20201 h 21347"/>
              <a:gd name="connsiteX4dup0dup1dup2dup3dup4dup5dup6dup7dup8" fmla="*/ 0 w 15601"/>
              <a:gd name="connsiteY4dup0dup1dup2dup3dup4dup5dup6dup7dup8" fmla="*/ 29 h 21347"/>
              <a:gd name="connsiteX0dup0dup1dup2dup3dup4dup5dup6dup7dup8dup9" fmla="*/ 0 w 15601"/>
              <a:gd name="connsiteY0dup0dup1dup2dup3dup4dup5dup6dup7dup8dup9" fmla="*/ 29 h 21222"/>
              <a:gd name="connsiteX1dup0dup1dup2dup3dup4dup5dup6dup7dup8dup9" fmla="*/ 15591 w 15601"/>
              <a:gd name="connsiteY1dup0dup1dup2dup3dup4dup5dup6dup7dup8dup9" fmla="*/ 0 h 21222"/>
              <a:gd name="connsiteX2dup0dup1dup2dup3dup4dup5dup6dup7dup8dup9" fmla="*/ 15601 w 15601"/>
              <a:gd name="connsiteY2dup0dup1dup2dup3dup4dup5dup6dup7dup8dup9" fmla="*/ 18863 h 21222"/>
              <a:gd name="connsiteX3dup0dup1dup2dup3dup4dup5dup6dup7dup8dup9" fmla="*/ 0 w 15601"/>
              <a:gd name="connsiteY3dup0dup1dup2dup3dup4dup5dup6dup7dup8dup9" fmla="*/ 20201 h 21222"/>
              <a:gd name="connsiteX4dup0dup1dup2dup3dup4dup5dup6dup7dup8dup9" fmla="*/ 0 w 15601"/>
              <a:gd name="connsiteY4dup0dup1dup2dup3dup4dup5dup6dup7dup8dup9" fmla="*/ 29 h 21222"/>
              <a:gd name="connsiteX0dup0dup1dup2dup3dup4dup5dup6dup7dup8dup9dup10" fmla="*/ 0 w 15601"/>
              <a:gd name="connsiteY0dup0dup1dup2dup3dup4dup5dup6dup7dup8dup9dup10" fmla="*/ 29 h 21210"/>
              <a:gd name="connsiteX1dup0dup1dup2dup3dup4dup5dup6dup7dup8dup9dup10" fmla="*/ 15591 w 15601"/>
              <a:gd name="connsiteY1dup0dup1dup2dup3dup4dup5dup6dup7dup8dup9dup10" fmla="*/ 0 h 21210"/>
              <a:gd name="connsiteX2dup0dup1dup2dup3dup4dup5dup6dup7dup8dup9dup10" fmla="*/ 15601 w 15601"/>
              <a:gd name="connsiteY2dup0dup1dup2dup3dup4dup5dup6dup7dup8dup9dup10" fmla="*/ 18863 h 21210"/>
              <a:gd name="connsiteX3dup0dup1dup2dup3dup4dup5dup6dup7dup8dup9dup10" fmla="*/ 0 w 15601"/>
              <a:gd name="connsiteY3dup0dup1dup2dup3dup4dup5dup6dup7dup8dup9dup10" fmla="*/ 20201 h 21210"/>
              <a:gd name="connsiteX4dup0dup1dup2dup3dup4dup5dup6dup7dup8dup9dup10" fmla="*/ 0 w 15601"/>
              <a:gd name="connsiteY4dup0dup1dup2dup3dup4dup5dup6dup7dup8dup9dup10" fmla="*/ 29 h 21210"/>
              <a:gd name="connsiteX0dup0dup1dup2dup3dup4dup5dup6dup7dup8dup9dup10dup11" fmla="*/ 0 w 15601"/>
              <a:gd name="connsiteY0dup0dup1dup2dup3dup4dup5dup6dup7dup8dup9dup10dup11" fmla="*/ 29 h 21275"/>
              <a:gd name="connsiteX1dup0dup1dup2dup3dup4dup5dup6dup7dup8dup9dup10dup11" fmla="*/ 15591 w 15601"/>
              <a:gd name="connsiteY1dup0dup1dup2dup3dup4dup5dup6dup7dup8dup9dup10dup11" fmla="*/ 0 h 21275"/>
              <a:gd name="connsiteX2dup0dup1dup2dup3dup4dup5dup6dup7dup8dup9dup10dup11" fmla="*/ 15601 w 15601"/>
              <a:gd name="connsiteY2dup0dup1dup2dup3dup4dup5dup6dup7dup8dup9dup10dup11" fmla="*/ 19241 h 21275"/>
              <a:gd name="connsiteX3dup0dup1dup2dup3dup4dup5dup6dup7dup8dup9dup10dup11" fmla="*/ 0 w 15601"/>
              <a:gd name="connsiteY3dup0dup1dup2dup3dup4dup5dup6dup7dup8dup9dup10dup11" fmla="*/ 20201 h 21275"/>
              <a:gd name="connsiteX4dup0dup1dup2dup3dup4dup5dup6dup7dup8dup9dup10dup11" fmla="*/ 0 w 15601"/>
              <a:gd name="connsiteY4dup0dup1dup2dup3dup4dup5dup6dup7dup8dup9dup10dup11" fmla="*/ 29 h 21275"/>
              <a:gd name="connsiteX0dup0dup1dup2dup3dup4dup5dup6dup7dup8dup9dup10dup11dup12" fmla="*/ 0 w 15601"/>
              <a:gd name="connsiteY0dup0dup1dup2dup3dup4dup5dup6dup7dup8dup9dup10dup11dup12" fmla="*/ 29 h 21467"/>
              <a:gd name="connsiteX1dup0dup1dup2dup3dup4dup5dup6dup7dup8dup9dup10dup11dup12" fmla="*/ 15591 w 15601"/>
              <a:gd name="connsiteY1dup0dup1dup2dup3dup4dup5dup6dup7dup8dup9dup10dup11dup12" fmla="*/ 0 h 21467"/>
              <a:gd name="connsiteX2dup0dup1dup2dup3dup4dup5dup6dup7dup8dup9dup10dup11dup12" fmla="*/ 15601 w 15601"/>
              <a:gd name="connsiteY2dup0dup1dup2dup3dup4dup5dup6dup7dup8dup9dup10dup11dup12" fmla="*/ 19241 h 21467"/>
              <a:gd name="connsiteX3dup0dup1dup2dup3dup4dup5dup6dup7dup8dup9dup10dup11dup12" fmla="*/ 0 w 15601"/>
              <a:gd name="connsiteY3dup0dup1dup2dup3dup4dup5dup6dup7dup8dup9dup10dup11dup12" fmla="*/ 20434 h 21467"/>
              <a:gd name="connsiteX4dup0dup1dup2dup3dup4dup5dup6dup7dup8dup9dup10dup11dup12" fmla="*/ 0 w 15601"/>
              <a:gd name="connsiteY4dup0dup1dup2dup3dup4dup5dup6dup7dup8dup9dup10dup11dup12" fmla="*/ 29 h 21467"/>
              <a:gd name="connsiteX0dup0dup1dup2dup3dup4dup5dup6dup7dup8dup9dup10dup11dup12dup13" fmla="*/ 0 w 15601"/>
              <a:gd name="connsiteY0dup0dup1dup2dup3dup4dup5dup6dup7dup8dup9dup10dup11dup12dup13" fmla="*/ 29 h 21343"/>
              <a:gd name="connsiteX1dup0dup1dup2dup3dup4dup5dup6dup7dup8dup9dup10dup11dup12dup13" fmla="*/ 15591 w 15601"/>
              <a:gd name="connsiteY1dup0dup1dup2dup3dup4dup5dup6dup7dup8dup9dup10dup11dup12dup13" fmla="*/ 0 h 21343"/>
              <a:gd name="connsiteX2dup0dup1dup2dup3dup4dup5dup6dup7dup8dup9dup10dup11dup12dup13" fmla="*/ 15601 w 15601"/>
              <a:gd name="connsiteY2dup0dup1dup2dup3dup4dup5dup6dup7dup8dup9dup10dup11dup12dup13" fmla="*/ 19241 h 21343"/>
              <a:gd name="connsiteX3dup0dup1dup2dup3dup4dup5dup6dup7dup8dup9dup10dup11dup12dup13" fmla="*/ 0 w 15601"/>
              <a:gd name="connsiteY3dup0dup1dup2dup3dup4dup5dup6dup7dup8dup9dup10dup11dup12dup13" fmla="*/ 20434 h 21343"/>
              <a:gd name="connsiteX4dup0dup1dup2dup3dup4dup5dup6dup7dup8dup9dup10dup11dup12dup13" fmla="*/ 0 w 15601"/>
              <a:gd name="connsiteY4dup0dup1dup2dup3dup4dup5dup6dup7dup8dup9dup10dup11dup12dup13" fmla="*/ 29 h 21343"/>
              <a:gd name="connsiteX0dup0dup1dup2dup3dup4dup5dup6dup7dup8dup9dup10dup11dup12dup13dup14" fmla="*/ 0 w 15601"/>
              <a:gd name="connsiteY0dup0dup1dup2dup3dup4dup5dup6dup7dup8dup9dup10dup11dup12dup13dup14" fmla="*/ 29 h 21351"/>
              <a:gd name="connsiteX1dup0dup1dup2dup3dup4dup5dup6dup7dup8dup9dup10dup11dup12dup13dup14" fmla="*/ 15591 w 15601"/>
              <a:gd name="connsiteY1dup0dup1dup2dup3dup4dup5dup6dup7dup8dup9dup10dup11dup12dup13dup14" fmla="*/ 0 h 21351"/>
              <a:gd name="connsiteX2dup0dup1dup2dup3dup4dup5dup6dup7dup8dup9dup10dup11dup12dup13dup14" fmla="*/ 15601 w 15601"/>
              <a:gd name="connsiteY2dup0dup1dup2dup3dup4dup5dup6dup7dup8dup9dup10dup11dup12dup13dup14" fmla="*/ 19241 h 21351"/>
              <a:gd name="connsiteX3dup0dup1dup2dup3dup4dup5dup6dup7dup8dup9dup10dup11dup12dup13dup14" fmla="*/ 0 w 15601"/>
              <a:gd name="connsiteY3dup0dup1dup2dup3dup4dup5dup6dup7dup8dup9dup10dup11dup12dup13dup14" fmla="*/ 20434 h 21351"/>
              <a:gd name="connsiteX4dup0dup1dup2dup3dup4dup5dup6dup7dup8dup9dup10dup11dup12dup13dup14" fmla="*/ 0 w 15601"/>
              <a:gd name="connsiteY4dup0dup1dup2dup3dup4dup5dup6dup7dup8dup9dup10dup11dup12dup13dup14" fmla="*/ 29 h 2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602" h="42499">
                <a:moveTo>
                  <a:pt x="7" y="0"/>
                </a:moveTo>
                <a:lnTo>
                  <a:pt x="15596" y="2"/>
                </a:lnTo>
                <a:cubicBezTo>
                  <a:pt x="15596" y="5776"/>
                  <a:pt x="15602" y="34615"/>
                  <a:pt x="15602" y="40389"/>
                </a:cubicBezTo>
                <a:cubicBezTo>
                  <a:pt x="10639" y="40476"/>
                  <a:pt x="7603" y="44168"/>
                  <a:pt x="1" y="41582"/>
                </a:cubicBezTo>
                <a:cubicBezTo>
                  <a:pt x="-5" y="27777"/>
                  <a:pt x="13" y="13805"/>
                  <a:pt x="7" y="0"/>
                </a:cubicBezTo>
                <a:close/>
              </a:path>
            </a:pathLst>
          </a:custGeom>
          <a:solidFill>
            <a:srgbClr val="F5A9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5550" dirty="0"/>
              <a:t>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22509B2-9DE6-9B3A-14DE-E0C003C3533C}"/>
              </a:ext>
            </a:extLst>
          </p:cNvPr>
          <p:cNvSpPr/>
          <p:nvPr/>
        </p:nvSpPr>
        <p:spPr>
          <a:xfrm>
            <a:off x="0" y="42614655"/>
            <a:ext cx="32918400" cy="127654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555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F94CA4D-72AF-D2D9-8642-12593D2D1063}"/>
              </a:ext>
            </a:extLst>
          </p:cNvPr>
          <p:cNvCxnSpPr/>
          <p:nvPr/>
        </p:nvCxnSpPr>
        <p:spPr>
          <a:xfrm>
            <a:off x="2" y="42614655"/>
            <a:ext cx="32918400" cy="0"/>
          </a:xfrm>
          <a:prstGeom prst="line">
            <a:avLst/>
          </a:prstGeom>
          <a:ln w="2540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9BC267CA-EB3C-34E5-6D57-C00F7CEEEF02}"/>
              </a:ext>
            </a:extLst>
          </p:cNvPr>
          <p:cNvSpPr txBox="1"/>
          <p:nvPr/>
        </p:nvSpPr>
        <p:spPr>
          <a:xfrm>
            <a:off x="2743200" y="827164"/>
            <a:ext cx="27432000" cy="220308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2820850">
              <a:spcBef>
                <a:spcPct val="20000"/>
              </a:spcBef>
              <a:defRPr/>
            </a:pPr>
            <a:r>
              <a:rPr lang="en-US" sz="6400" b="1" dirty="0" err="1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CompNeuroVis</a:t>
            </a:r>
            <a:r>
              <a:rPr lang="en-US" sz="6400" b="1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6400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2" charset="0"/>
              </a:rPr>
              <a:t>: Connecting Existing Computational Neuroscience Workflows to Interactive Applications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692E3518-3210-E8D7-0A9A-6C02E5244499}"/>
              </a:ext>
            </a:extLst>
          </p:cNvPr>
          <p:cNvSpPr txBox="1"/>
          <p:nvPr/>
        </p:nvSpPr>
        <p:spPr>
          <a:xfrm>
            <a:off x="2691190" y="3116789"/>
            <a:ext cx="27432000" cy="142192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200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50" charset="0"/>
                <a:cs typeface="Arial" pitchFamily="34" charset="0"/>
              </a:rPr>
              <a:t>Orren Ravid</a:t>
            </a:r>
          </a:p>
          <a:p>
            <a:pPr algn="ctr">
              <a:defRPr/>
            </a:pPr>
            <a:r>
              <a:rPr lang="en-US" sz="4200" dirty="0">
                <a:solidFill>
                  <a:schemeClr val="accent3">
                    <a:lumMod val="50000"/>
                  </a:schemeClr>
                </a:solidFill>
                <a:latin typeface="Montserrat" panose="00000500000000000000" pitchFamily="50" charset="0"/>
                <a:cs typeface="Arial" pitchFamily="34" charset="0"/>
              </a:rPr>
              <a:t>Independent Researcher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B584A8-4F94-E0A6-CF32-9CB0E902464E}"/>
              </a:ext>
            </a:extLst>
          </p:cNvPr>
          <p:cNvGrpSpPr/>
          <p:nvPr/>
        </p:nvGrpSpPr>
        <p:grpSpPr>
          <a:xfrm>
            <a:off x="1361976" y="6525741"/>
            <a:ext cx="8921366" cy="8048111"/>
            <a:chOff x="1308541" y="6182320"/>
            <a:chExt cx="8921366" cy="8048111"/>
          </a:xfrm>
        </p:grpSpPr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546DDB79-770C-0E55-0290-D9C7DC7C6E82}"/>
                </a:ext>
              </a:extLst>
            </p:cNvPr>
            <p:cNvGrpSpPr/>
            <p:nvPr/>
          </p:nvGrpSpPr>
          <p:grpSpPr>
            <a:xfrm>
              <a:off x="1308541" y="6182320"/>
              <a:ext cx="8921366" cy="8048111"/>
              <a:chOff x="345901" y="5759421"/>
              <a:chExt cx="8921366" cy="8048111"/>
            </a:xfrm>
          </p:grpSpPr>
          <p:grpSp>
            <p:nvGrpSpPr>
              <p:cNvPr id="377" name="Group 376">
                <a:extLst>
                  <a:ext uri="{FF2B5EF4-FFF2-40B4-BE49-F238E27FC236}">
                    <a16:creationId xmlns:a16="http://schemas.microsoft.com/office/drawing/2014/main" id="{FD7698A6-77EB-5A54-CB11-099629518525}"/>
                  </a:ext>
                </a:extLst>
              </p:cNvPr>
              <p:cNvGrpSpPr/>
              <p:nvPr/>
            </p:nvGrpSpPr>
            <p:grpSpPr>
              <a:xfrm>
                <a:off x="345901" y="5759421"/>
                <a:ext cx="8921366" cy="8048111"/>
                <a:chOff x="926928" y="6259052"/>
                <a:chExt cx="8921366" cy="8048111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2C672441-A0CD-0D42-2396-CEF4E83852BB}"/>
                    </a:ext>
                  </a:extLst>
                </p:cNvPr>
                <p:cNvSpPr/>
                <p:nvPr/>
              </p:nvSpPr>
              <p:spPr>
                <a:xfrm>
                  <a:off x="1241299" y="6676020"/>
                  <a:ext cx="8292627" cy="763114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08" name="Rectangle: Rounded Corners 207">
                  <a:extLst>
                    <a:ext uri="{FF2B5EF4-FFF2-40B4-BE49-F238E27FC236}">
                      <a16:creationId xmlns:a16="http://schemas.microsoft.com/office/drawing/2014/main" id="{442E99AF-50AB-A0B3-BD52-C4E7D06EE090}"/>
                    </a:ext>
                  </a:extLst>
                </p:cNvPr>
                <p:cNvSpPr/>
                <p:nvPr/>
              </p:nvSpPr>
              <p:spPr>
                <a:xfrm>
                  <a:off x="1241296" y="6259052"/>
                  <a:ext cx="8292630" cy="1017591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01A060CE-C36B-457F-9711-FC8E5B38DECF}"/>
                    </a:ext>
                  </a:extLst>
                </p:cNvPr>
                <p:cNvSpPr txBox="1"/>
                <p:nvPr/>
              </p:nvSpPr>
              <p:spPr>
                <a:xfrm>
                  <a:off x="926928" y="6453017"/>
                  <a:ext cx="892136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accent3">
                          <a:lumMod val="50000"/>
                        </a:schemeClr>
                      </a:solidFill>
                      <a:latin typeface="Montserrat" panose="00000500000000000000" pitchFamily="2" charset="0"/>
                    </a:rPr>
                    <a:t>The Problem</a:t>
                  </a:r>
                </a:p>
              </p:txBody>
            </p:sp>
          </p:grpSp>
          <p:sp>
            <p:nvSpPr>
              <p:cNvPr id="382" name="Rectangle: Rounded Corners 381">
                <a:extLst>
                  <a:ext uri="{FF2B5EF4-FFF2-40B4-BE49-F238E27FC236}">
                    <a16:creationId xmlns:a16="http://schemas.microsoft.com/office/drawing/2014/main" id="{F573BF0C-F847-4070-704D-FE43D480FA0E}"/>
                  </a:ext>
                </a:extLst>
              </p:cNvPr>
              <p:cNvSpPr/>
              <p:nvPr/>
            </p:nvSpPr>
            <p:spPr>
              <a:xfrm>
                <a:off x="863745" y="6958200"/>
                <a:ext cx="7885676" cy="664324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9622471A-6EF0-6EF3-AF96-AE835AAD0B16}"/>
                </a:ext>
              </a:extLst>
            </p:cNvPr>
            <p:cNvSpPr txBox="1"/>
            <p:nvPr/>
          </p:nvSpPr>
          <p:spPr>
            <a:xfrm>
              <a:off x="2270277" y="7921867"/>
              <a:ext cx="7168540" cy="5632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>
                  <a:latin typeface="Montserrat" panose="00000500000000000000" pitchFamily="2" charset="0"/>
                </a:rPr>
                <a:t>Many computational neuroscience workflows depend on a large variety of simulators and tools. </a:t>
              </a:r>
            </a:p>
            <a:p>
              <a:r>
                <a:rPr lang="en-US" sz="3000" dirty="0">
                  <a:latin typeface="Montserrat" panose="00000500000000000000" pitchFamily="2" charset="0"/>
                </a:rPr>
                <a:t>Current options for visualizing and interacting with models are often tied to a particular simulator, model platform, or model tuning environment.</a:t>
              </a:r>
            </a:p>
            <a:p>
              <a:r>
                <a:rPr lang="en-US" sz="3000" dirty="0">
                  <a:latin typeface="Montserrat" panose="00000500000000000000" pitchFamily="2" charset="0"/>
                </a:rPr>
                <a:t>The alternative is generic scientific plotting libraries that don’t offer the same advanced capabilities as these other native interfaces.</a:t>
              </a:r>
            </a:p>
          </p:txBody>
        </p: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97B001FE-C099-C64A-212A-BFFF41456AAE}"/>
              </a:ext>
            </a:extLst>
          </p:cNvPr>
          <p:cNvSpPr/>
          <p:nvPr/>
        </p:nvSpPr>
        <p:spPr>
          <a:xfrm>
            <a:off x="577987" y="38271843"/>
            <a:ext cx="16377090" cy="38798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BEB97E-E5CD-CF5C-F1C7-72B9A92A295C}"/>
              </a:ext>
            </a:extLst>
          </p:cNvPr>
          <p:cNvSpPr txBox="1"/>
          <p:nvPr/>
        </p:nvSpPr>
        <p:spPr>
          <a:xfrm>
            <a:off x="1009436" y="38605890"/>
            <a:ext cx="15417359" cy="3200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References</a:t>
            </a:r>
            <a:endParaRPr lang="en-US" sz="16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Hines, M. L., &amp; Carnevale, N. T. (1997). The NEURON simulation environment. Neural Computation, 9(6), 1179-1209.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https://doi.org/10.1162/neco.1997.9.6.1179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Cantarelli, M., et al. (2018). Geppetto: A reusable modular open platform for neuroscience data and models. Philosophical Transactions B, 373(1758), 20170380.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Dura-Bernal, S., et al. (2019).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NetPyNE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a tool for data-driven multiscale modeling of brain circuits.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eLife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8, e44494. 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Makarov, R.,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Chavlis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S., &amp;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Poirazi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P. (2025).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DendroTweaks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: An interactive approach for unraveling dendritic dynamics.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eLife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13, RP103324.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Deistler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M., Kadhim, K. L., Pals, M., Beck, J., Huang, Z., Gloeckler, M., Lappalainen, J. K., Schröder, C., Berens, P., Gonçalves, P. J., &amp; Macke, J. H. (2025).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Jaxley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: Differentiable simulation enables large-scale training of detailed biophysical models of neural dynamics. 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Nature Methods, 22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2649-2657.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https://doi.org/10.1038/s41592-025-02895-w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Ray, S., &amp; Bhalla, U. S. (2008).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PyMOOSE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: Interoperable scripting in Python for MOOSE. 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Frontiers in Neuroinformatics, 2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6. 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Montserrat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https://doi.org/10.3389/neuro.11.006.2008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Abi Akar, N., Cumming, B.,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Karakasis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V., </a:t>
            </a:r>
            <a:r>
              <a:rPr lang="en-US" sz="1200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Küsters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A., Klijn, W., Peyser, A., &amp; Yates, S. (2019). Arbor: A morphologically-detailed neural network simulation library for contemporary high-performance computing architectures. 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2019 27th </a:t>
            </a:r>
            <a:r>
              <a:rPr lang="en-US" sz="1200" i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Euromicro</a:t>
            </a:r>
            <a:r>
              <a:rPr lang="en-US" sz="1200" i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International Conference on Parallel, Distributed and Network-Based Processing (PDP)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, 274-282. 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  <a:hlinkClick r:id="rId5"/>
              </a:rPr>
              <a:t>https://doi.org/10.1109/EMPDP.2019.8671560</a:t>
            </a:r>
            <a:endParaRPr lang="en-US" sz="12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sz="1200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D30FC99-1EB3-1C5F-4A7C-40A93F1FE256}"/>
              </a:ext>
            </a:extLst>
          </p:cNvPr>
          <p:cNvSpPr/>
          <p:nvPr/>
        </p:nvSpPr>
        <p:spPr>
          <a:xfrm>
            <a:off x="17492175" y="38282469"/>
            <a:ext cx="14865495" cy="3869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27CD79E-DE33-70F9-0C3A-6D6351831752}"/>
              </a:ext>
            </a:extLst>
          </p:cNvPr>
          <p:cNvSpPr txBox="1"/>
          <p:nvPr/>
        </p:nvSpPr>
        <p:spPr>
          <a:xfrm>
            <a:off x="17882884" y="38639878"/>
            <a:ext cx="141487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</a:rPr>
              <a:t>Acknowledgements: </a:t>
            </a:r>
            <a:r>
              <a:rPr lang="en-US" sz="1800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</a:rPr>
              <a:t>I thank Ethan Irby (Research Assistant, Nathan Kline Institute) for ideas on use cases and capability requirements, and the open-source computational neuroscience community and simulator developers whose tools and discussions informed this work. </a:t>
            </a:r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endParaRPr lang="en-US" sz="1800" b="1" dirty="0">
              <a:solidFill>
                <a:schemeClr val="accent1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</a:rPr>
              <a:t>Contact:</a:t>
            </a:r>
            <a:b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</a:rPr>
            </a:br>
            <a:r>
              <a:rPr lang="en-US" sz="1800" dirty="0">
                <a:latin typeface="Montserrat" panose="00000500000000000000" pitchFamily="2" charset="0"/>
              </a:rPr>
              <a:t>✉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orren.ravid@umassmed.edu</a:t>
            </a:r>
            <a:endParaRPr lang="en-US" sz="1800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    </a:t>
            </a:r>
          </a:p>
          <a:p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" panose="00000500000000000000" pitchFamily="2" charset="0"/>
              </a:rPr>
              <a:t>   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https://github.com/orrenravid1</a:t>
            </a:r>
            <a:endParaRPr lang="en-US" sz="1800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  <a:p>
            <a:endParaRPr lang="en-US" sz="1800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1800" dirty="0">
                <a:solidFill>
                  <a:srgbClr val="F49100"/>
                </a:solidFill>
                <a:latin typeface="Montserrat" panose="00000500000000000000" pitchFamily="2" charset="0"/>
              </a:rPr>
              <a:t>    </a:t>
            </a:r>
            <a:r>
              <a:rPr lang="en-US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Montserrat" panose="00000500000000000000" pitchFamily="2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https://www.linkedin.com/in/orren-ravid/</a:t>
            </a:r>
            <a:endParaRPr lang="en-US" sz="1800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  <a:p>
            <a:endParaRPr lang="en-US" sz="1800" dirty="0">
              <a:solidFill>
                <a:schemeClr val="tx2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  <a:p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Montserrat" panose="00000500000000000000" pitchFamily="2" charset="0"/>
            </a:endParaRPr>
          </a:p>
          <a:p>
            <a:endParaRPr lang="en-US" sz="1800" dirty="0">
              <a:solidFill>
                <a:schemeClr val="accent1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  <p:pic>
        <p:nvPicPr>
          <p:cNvPr id="193" name="Picture 192">
            <a:extLst>
              <a:ext uri="{FF2B5EF4-FFF2-40B4-BE49-F238E27FC236}">
                <a16:creationId xmlns:a16="http://schemas.microsoft.com/office/drawing/2014/main" id="{1B96C331-9AA2-4582-9E3E-7C764C2CF4A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9869" y="40655185"/>
            <a:ext cx="186773" cy="18677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90801B6-D065-73BE-1A4C-25A2CBBD38EB}"/>
              </a:ext>
            </a:extLst>
          </p:cNvPr>
          <p:cNvGrpSpPr/>
          <p:nvPr/>
        </p:nvGrpSpPr>
        <p:grpSpPr>
          <a:xfrm>
            <a:off x="12052539" y="6537340"/>
            <a:ext cx="8921366" cy="8048111"/>
            <a:chOff x="10723995" y="5841417"/>
            <a:chExt cx="8921366" cy="804811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487C36B-76A6-FBC2-3CAD-BEE351BA398C}"/>
                </a:ext>
              </a:extLst>
            </p:cNvPr>
            <p:cNvGrpSpPr/>
            <p:nvPr/>
          </p:nvGrpSpPr>
          <p:grpSpPr>
            <a:xfrm>
              <a:off x="10723995" y="5841417"/>
              <a:ext cx="8921366" cy="8048111"/>
              <a:chOff x="345901" y="5759421"/>
              <a:chExt cx="8921366" cy="8048111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771198E7-8351-67BE-36C7-D02E094DC391}"/>
                  </a:ext>
                </a:extLst>
              </p:cNvPr>
              <p:cNvGrpSpPr/>
              <p:nvPr/>
            </p:nvGrpSpPr>
            <p:grpSpPr>
              <a:xfrm>
                <a:off x="345901" y="5759421"/>
                <a:ext cx="8921366" cy="8048111"/>
                <a:chOff x="926928" y="6259052"/>
                <a:chExt cx="8921366" cy="8048111"/>
              </a:xfrm>
              <a:solidFill>
                <a:schemeClr val="accent2">
                  <a:lumMod val="20000"/>
                  <a:lumOff val="80000"/>
                </a:schemeClr>
              </a:solidFill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52EDF86-DD93-DFA7-B2CD-5CC29BFF3B15}"/>
                    </a:ext>
                  </a:extLst>
                </p:cNvPr>
                <p:cNvSpPr/>
                <p:nvPr/>
              </p:nvSpPr>
              <p:spPr>
                <a:xfrm>
                  <a:off x="1241299" y="6676020"/>
                  <a:ext cx="8292627" cy="7631143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Rectangle: Rounded Corners 8">
                  <a:extLst>
                    <a:ext uri="{FF2B5EF4-FFF2-40B4-BE49-F238E27FC236}">
                      <a16:creationId xmlns:a16="http://schemas.microsoft.com/office/drawing/2014/main" id="{8FFE3B15-50A9-A78D-4406-A9FD5C8C43DB}"/>
                    </a:ext>
                  </a:extLst>
                </p:cNvPr>
                <p:cNvSpPr/>
                <p:nvPr/>
              </p:nvSpPr>
              <p:spPr>
                <a:xfrm>
                  <a:off x="1241296" y="6259052"/>
                  <a:ext cx="8292630" cy="1017591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3338771-3C7A-CB44-519E-6E25D3C716EA}"/>
                    </a:ext>
                  </a:extLst>
                </p:cNvPr>
                <p:cNvSpPr txBox="1"/>
                <p:nvPr/>
              </p:nvSpPr>
              <p:spPr>
                <a:xfrm>
                  <a:off x="926928" y="6453017"/>
                  <a:ext cx="892136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3600" dirty="0">
                      <a:solidFill>
                        <a:schemeClr val="accent3">
                          <a:lumMod val="50000"/>
                        </a:schemeClr>
                      </a:solidFill>
                      <a:latin typeface="Montserrat" panose="00000500000000000000" pitchFamily="2" charset="0"/>
                    </a:rPr>
                    <a:t>Our Approach</a:t>
                  </a:r>
                </a:p>
              </p:txBody>
            </p:sp>
          </p:grp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B149340D-CE77-6A6D-377E-DADDF1655682}"/>
                  </a:ext>
                </a:extLst>
              </p:cNvPr>
              <p:cNvSpPr/>
              <p:nvPr/>
            </p:nvSpPr>
            <p:spPr>
              <a:xfrm>
                <a:off x="863745" y="6958200"/>
                <a:ext cx="7885676" cy="664324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112B12-4E3D-1A05-7E79-70C5893A1F4D}"/>
                </a:ext>
              </a:extLst>
            </p:cNvPr>
            <p:cNvSpPr txBox="1"/>
            <p:nvPr/>
          </p:nvSpPr>
          <p:spPr>
            <a:xfrm>
              <a:off x="11821887" y="7381183"/>
              <a:ext cx="6920953" cy="60939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dirty="0" err="1">
                  <a:latin typeface="Montserrat" panose="00000500000000000000" pitchFamily="2" charset="0"/>
                </a:rPr>
                <a:t>CompNeuroVis</a:t>
              </a:r>
              <a:r>
                <a:rPr lang="en-US" sz="3000" dirty="0">
                  <a:latin typeface="Montserrat" panose="00000500000000000000" pitchFamily="2" charset="0"/>
                </a:rPr>
                <a:t> is a Python toolkit for building interactive applications around the existing computational neuroscience workflows of each user.</a:t>
              </a:r>
            </a:p>
            <a:p>
              <a:r>
                <a:rPr lang="en-US" sz="3000" dirty="0">
                  <a:latin typeface="Montserrat" panose="00000500000000000000" pitchFamily="2" charset="0"/>
                </a:rPr>
                <a:t>It provides a compositional style similar to common scientific plotting libraries, while offering many of the advanced visualization and interactive capabilities that are often otherwise only available through simulator-, platform-, or environment-specific tools.</a:t>
              </a:r>
            </a:p>
          </p:txBody>
        </p:sp>
      </p:grp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24A5A574-5B5E-AC99-DF8B-50F7DA834260}"/>
              </a:ext>
            </a:extLst>
          </p:cNvPr>
          <p:cNvSpPr/>
          <p:nvPr/>
        </p:nvSpPr>
        <p:spPr>
          <a:xfrm>
            <a:off x="1029839" y="31513549"/>
            <a:ext cx="8555464" cy="53373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60C6BB2E-4C69-C085-256C-41B22925CC47}"/>
              </a:ext>
            </a:extLst>
          </p:cNvPr>
          <p:cNvSpPr txBox="1"/>
          <p:nvPr/>
        </p:nvSpPr>
        <p:spPr>
          <a:xfrm>
            <a:off x="1941170" y="33238978"/>
            <a:ext cx="6690301" cy="41549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300" dirty="0">
                <a:solidFill>
                  <a:srgbClr val="24723E"/>
                </a:solidFill>
                <a:latin typeface="Consolas" panose="020B0609020204030204" pitchFamily="49" charset="0"/>
              </a:rPr>
              <a:t># NEURON</a:t>
            </a:r>
          </a:p>
          <a:p>
            <a:r>
              <a:rPr lang="en-US" sz="3300" dirty="0">
                <a:solidFill>
                  <a:srgbClr val="00B0F0"/>
                </a:solidFill>
                <a:latin typeface="Consolas" panose="020B0609020204030204" pitchFamily="49" charset="0"/>
              </a:rPr>
              <a:t>sim</a:t>
            </a:r>
            <a:r>
              <a:rPr lang="en-US" sz="3300" dirty="0">
                <a:latin typeface="Consolas" panose="020B0609020204030204" pitchFamily="49" charset="0"/>
              </a:rPr>
              <a:t> = </a:t>
            </a:r>
            <a:r>
              <a:rPr lang="en-US" sz="3300" dirty="0" err="1">
                <a:solidFill>
                  <a:srgbClr val="92D050"/>
                </a:solidFill>
                <a:latin typeface="Consolas" panose="020B0609020204030204" pitchFamily="49" charset="0"/>
              </a:rPr>
              <a:t>cnv</a:t>
            </a:r>
            <a:r>
              <a:rPr lang="en-US" sz="3300" dirty="0" err="1">
                <a:latin typeface="Consolas" panose="020B0609020204030204" pitchFamily="49" charset="0"/>
              </a:rPr>
              <a:t>.neuron.source</a:t>
            </a:r>
            <a:r>
              <a:rPr lang="en-US" sz="3300" dirty="0">
                <a:latin typeface="Consolas" panose="020B0609020204030204" pitchFamily="49" charset="0"/>
              </a:rPr>
              <a:t>(...)</a:t>
            </a:r>
          </a:p>
          <a:p>
            <a:r>
              <a:rPr lang="en-US" sz="3300" dirty="0">
                <a:solidFill>
                  <a:srgbClr val="24723E"/>
                </a:solidFill>
                <a:latin typeface="Consolas" panose="020B0609020204030204" pitchFamily="49" charset="0"/>
              </a:rPr>
              <a:t># </a:t>
            </a:r>
            <a:r>
              <a:rPr lang="en-US" sz="3300" dirty="0" err="1">
                <a:solidFill>
                  <a:srgbClr val="24723E"/>
                </a:solidFill>
                <a:latin typeface="Consolas" panose="020B0609020204030204" pitchFamily="49" charset="0"/>
              </a:rPr>
              <a:t>Jaxley</a:t>
            </a:r>
            <a:endParaRPr lang="en-US" sz="3300" dirty="0">
              <a:latin typeface="Consolas" panose="020B0609020204030204" pitchFamily="49" charset="0"/>
            </a:endParaRPr>
          </a:p>
          <a:p>
            <a:r>
              <a:rPr lang="en-US" sz="3300" dirty="0">
                <a:solidFill>
                  <a:srgbClr val="00B0F0"/>
                </a:solidFill>
                <a:latin typeface="Consolas" panose="020B0609020204030204" pitchFamily="49" charset="0"/>
              </a:rPr>
              <a:t>sim</a:t>
            </a:r>
            <a:r>
              <a:rPr lang="en-US" sz="3300" dirty="0">
                <a:latin typeface="Consolas" panose="020B0609020204030204" pitchFamily="49" charset="0"/>
              </a:rPr>
              <a:t> = </a:t>
            </a:r>
            <a:r>
              <a:rPr lang="en-US" sz="3300" dirty="0" err="1">
                <a:solidFill>
                  <a:srgbClr val="92D050"/>
                </a:solidFill>
                <a:latin typeface="Consolas" panose="020B0609020204030204" pitchFamily="49" charset="0"/>
              </a:rPr>
              <a:t>cnv</a:t>
            </a:r>
            <a:r>
              <a:rPr lang="en-US" sz="3300" dirty="0" err="1">
                <a:latin typeface="Consolas" panose="020B0609020204030204" pitchFamily="49" charset="0"/>
              </a:rPr>
              <a:t>.jaxley.source</a:t>
            </a:r>
            <a:r>
              <a:rPr lang="en-US" sz="3300" dirty="0">
                <a:latin typeface="Consolas" panose="020B0609020204030204" pitchFamily="49" charset="0"/>
              </a:rPr>
              <a:t>(...)</a:t>
            </a:r>
          </a:p>
          <a:p>
            <a:r>
              <a:rPr lang="en-US" sz="3300" dirty="0">
                <a:solidFill>
                  <a:srgbClr val="24723E"/>
                </a:solidFill>
                <a:latin typeface="Consolas" panose="020B0609020204030204" pitchFamily="49" charset="0"/>
              </a:rPr>
              <a:t># Custom</a:t>
            </a:r>
            <a:endParaRPr lang="en-US" sz="3300" dirty="0">
              <a:latin typeface="Consolas" panose="020B0609020204030204" pitchFamily="49" charset="0"/>
            </a:endParaRPr>
          </a:p>
          <a:p>
            <a:r>
              <a:rPr lang="en-US" sz="3300" dirty="0">
                <a:solidFill>
                  <a:srgbClr val="00B0F0"/>
                </a:solidFill>
                <a:latin typeface="Consolas" panose="020B0609020204030204" pitchFamily="49" charset="0"/>
              </a:rPr>
              <a:t>sim</a:t>
            </a:r>
            <a:r>
              <a:rPr lang="en-US" sz="3300" dirty="0">
                <a:latin typeface="Consolas" panose="020B0609020204030204" pitchFamily="49" charset="0"/>
              </a:rPr>
              <a:t> = </a:t>
            </a:r>
            <a:r>
              <a:rPr lang="en-US" sz="3300" dirty="0" err="1">
                <a:solidFill>
                  <a:srgbClr val="92D050"/>
                </a:solidFill>
                <a:latin typeface="Consolas" panose="020B0609020204030204" pitchFamily="49" charset="0"/>
              </a:rPr>
              <a:t>cnv</a:t>
            </a:r>
            <a:r>
              <a:rPr lang="en-US" sz="3300" dirty="0" err="1">
                <a:latin typeface="Consolas" panose="020B0609020204030204" pitchFamily="49" charset="0"/>
              </a:rPr>
              <a:t>.source</a:t>
            </a:r>
            <a:r>
              <a:rPr lang="en-US" sz="3300" dirty="0">
                <a:latin typeface="Consolas" panose="020B0609020204030204" pitchFamily="49" charset="0"/>
              </a:rPr>
              <a:t>(...)</a:t>
            </a:r>
          </a:p>
          <a:p>
            <a:endParaRPr lang="en-US" sz="3300" dirty="0">
              <a:latin typeface="Consolas" panose="020B0609020204030204" pitchFamily="49" charset="0"/>
            </a:endParaRPr>
          </a:p>
          <a:p>
            <a:endParaRPr lang="en-US" sz="3300" dirty="0">
              <a:latin typeface="Consolas" panose="020B0609020204030204" pitchFamily="49" charset="0"/>
            </a:endParaRP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176EFC8F-B149-9223-3D09-EA7CE07BED86}"/>
              </a:ext>
            </a:extLst>
          </p:cNvPr>
          <p:cNvSpPr/>
          <p:nvPr/>
        </p:nvSpPr>
        <p:spPr>
          <a:xfrm>
            <a:off x="1041841" y="31060111"/>
            <a:ext cx="8543462" cy="185750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34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Support for Multiple Simulators as Well as Custom Python Implementations</a:t>
            </a:r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57484DE1-0154-3FEA-479B-57935B7E77E2}"/>
              </a:ext>
            </a:extLst>
          </p:cNvPr>
          <p:cNvGrpSpPr/>
          <p:nvPr/>
        </p:nvGrpSpPr>
        <p:grpSpPr>
          <a:xfrm>
            <a:off x="710288" y="15649803"/>
            <a:ext cx="31495710" cy="13971724"/>
            <a:chOff x="710288" y="15649803"/>
            <a:chExt cx="31495710" cy="13971724"/>
          </a:xfrm>
        </p:grpSpPr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BEFF2C4E-6610-23A6-7168-B271F9573463}"/>
                </a:ext>
              </a:extLst>
            </p:cNvPr>
            <p:cNvGrpSpPr/>
            <p:nvPr/>
          </p:nvGrpSpPr>
          <p:grpSpPr>
            <a:xfrm>
              <a:off x="710288" y="15649803"/>
              <a:ext cx="31495710" cy="13971724"/>
              <a:chOff x="670803" y="15343551"/>
              <a:chExt cx="31495710" cy="13971724"/>
            </a:xfrm>
          </p:grpSpPr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B5DE4BA6-3D50-8331-1D07-A00904C263AE}"/>
                  </a:ext>
                </a:extLst>
              </p:cNvPr>
              <p:cNvGrpSpPr/>
              <p:nvPr/>
            </p:nvGrpSpPr>
            <p:grpSpPr>
              <a:xfrm>
                <a:off x="670803" y="15343551"/>
                <a:ext cx="31495710" cy="13971724"/>
                <a:chOff x="670803" y="15343551"/>
                <a:chExt cx="31495710" cy="13971724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3DDBF22E-AE8F-E564-3D8D-1798B70C22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944667" y="15821370"/>
                  <a:ext cx="15221846" cy="12429877"/>
                </a:xfrm>
                <a:prstGeom prst="rect">
                  <a:avLst/>
                </a:prstGeom>
              </p:spPr>
            </p:pic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054BCADF-7D15-FADE-65F8-4D4FEE0076D7}"/>
                    </a:ext>
                  </a:extLst>
                </p:cNvPr>
                <p:cNvSpPr/>
                <p:nvPr/>
              </p:nvSpPr>
              <p:spPr>
                <a:xfrm>
                  <a:off x="670803" y="15382560"/>
                  <a:ext cx="15521970" cy="1373394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1"/>
                <a:lstStyle/>
                <a:p>
                  <a:pPr algn="ctr"/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4" name="TextBox 193">
                  <a:extLst>
                    <a:ext uri="{FF2B5EF4-FFF2-40B4-BE49-F238E27FC236}">
                      <a16:creationId xmlns:a16="http://schemas.microsoft.com/office/drawing/2014/main" id="{3DBB3B6E-8BA4-4579-4631-E88016AE2667}"/>
                    </a:ext>
                  </a:extLst>
                </p:cNvPr>
                <p:cNvSpPr txBox="1"/>
                <p:nvPr/>
              </p:nvSpPr>
              <p:spPr>
                <a:xfrm>
                  <a:off x="1664926" y="16313289"/>
                  <a:ext cx="13756925" cy="1195711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300" dirty="0">
                      <a:latin typeface="Consolas" panose="020B0609020204030204" pitchFamily="49" charset="0"/>
                    </a:rPr>
                    <a:t>import </a:t>
                  </a:r>
                  <a:r>
                    <a:rPr lang="en-US" sz="3300" dirty="0" err="1">
                      <a:solidFill>
                        <a:srgbClr val="92D050"/>
                      </a:solidFill>
                      <a:latin typeface="Consolas" panose="020B0609020204030204" pitchFamily="49" charset="0"/>
                    </a:rPr>
                    <a:t>compneurovis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 as </a:t>
                  </a:r>
                  <a:r>
                    <a:rPr lang="en-US" sz="3300" dirty="0" err="1">
                      <a:solidFill>
                        <a:srgbClr val="92D050"/>
                      </a:solidFill>
                      <a:latin typeface="Consolas" panose="020B0609020204030204" pitchFamily="49" charset="0"/>
                    </a:rPr>
                    <a:t>cnv</a:t>
                  </a:r>
                  <a:endParaRPr lang="en-US" sz="3300" dirty="0">
                    <a:solidFill>
                      <a:srgbClr val="92D050"/>
                    </a:solidFill>
                    <a:latin typeface="Consolas" panose="020B0609020204030204" pitchFamily="49" charset="0"/>
                  </a:endParaRPr>
                </a:p>
                <a:p>
                  <a:endParaRPr lang="en-US" sz="3300" dirty="0">
                    <a:latin typeface="Consolas" panose="020B0609020204030204" pitchFamily="49" charset="0"/>
                  </a:endParaRPr>
                </a:p>
                <a:p>
                  <a:r>
                    <a:rPr lang="en-US" sz="3300" dirty="0">
                      <a:latin typeface="Consolas" panose="020B0609020204030204" pitchFamily="49" charset="0"/>
                    </a:rPr>
                    <a:t>model = [your model generation code]</a:t>
                  </a:r>
                </a:p>
                <a:p>
                  <a:endParaRPr lang="en-US" sz="3300" dirty="0">
                    <a:latin typeface="Consolas" panose="020B0609020204030204" pitchFamily="49" charset="0"/>
                  </a:endParaRPr>
                </a:p>
                <a:p>
                  <a:r>
                    <a:rPr lang="en-US" sz="3300" dirty="0">
                      <a:solidFill>
                        <a:srgbClr val="00B0F0"/>
                      </a:solidFill>
                      <a:latin typeface="Consolas" panose="020B0609020204030204" pitchFamily="49" charset="0"/>
                    </a:rPr>
                    <a:t>sim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 = </a:t>
                  </a:r>
                  <a:r>
                    <a:rPr lang="en-US" sz="3300" dirty="0" err="1">
                      <a:solidFill>
                        <a:srgbClr val="92D050"/>
                      </a:solidFill>
                      <a:latin typeface="Consolas" panose="020B0609020204030204" pitchFamily="49" charset="0"/>
                    </a:rPr>
                    <a:t>cnv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.source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(lambda 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ctx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: 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model.step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())</a:t>
                  </a:r>
                </a:p>
                <a:p>
                  <a:endParaRPr lang="en-US" sz="3300" dirty="0">
                    <a:latin typeface="Consolas" panose="020B0609020204030204" pitchFamily="49" charset="0"/>
                  </a:endParaRPr>
                </a:p>
                <a:p>
                  <a:r>
                    <a:rPr lang="en-US" sz="3300" dirty="0">
                      <a:solidFill>
                        <a:srgbClr val="7030A0"/>
                      </a:solidFill>
                      <a:latin typeface="Consolas" panose="020B0609020204030204" pitchFamily="49" charset="0"/>
                    </a:rPr>
                    <a:t>morphology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 = </a:t>
                  </a:r>
                  <a:r>
                    <a:rPr lang="en-US" sz="3300" dirty="0" err="1">
                      <a:solidFill>
                        <a:srgbClr val="00B0F0"/>
                      </a:solidFill>
                      <a:latin typeface="Consolas" panose="020B0609020204030204" pitchFamily="49" charset="0"/>
                    </a:rPr>
                    <a:t>sim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.morphology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model.morphology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 ...)</a:t>
                  </a:r>
                </a:p>
                <a:p>
                  <a:endParaRPr lang="en-US" sz="3300" dirty="0">
                    <a:latin typeface="Consolas" panose="020B0609020204030204" pitchFamily="49" charset="0"/>
                  </a:endParaRPr>
                </a:p>
                <a:p>
                  <a:r>
                    <a:rPr lang="en-US" sz="3300" dirty="0" err="1">
                      <a:solidFill>
                        <a:schemeClr val="tx2"/>
                      </a:solidFill>
                      <a:latin typeface="Consolas" panose="020B0609020204030204" pitchFamily="49" charset="0"/>
                    </a:rPr>
                    <a:t>voltage_plot</a:t>
                  </a:r>
                  <a:r>
                    <a:rPr lang="en-US" sz="3300" dirty="0">
                      <a:solidFill>
                        <a:schemeClr val="tx2"/>
                      </a:solidFill>
                      <a:latin typeface="Consolas" panose="020B0609020204030204" pitchFamily="49" charset="0"/>
                    </a:rPr>
                    <a:t> 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= </a:t>
                  </a:r>
                  <a:r>
                    <a:rPr lang="en-US" sz="3300" dirty="0" err="1">
                      <a:solidFill>
                        <a:srgbClr val="00B0F0"/>
                      </a:solidFill>
                      <a:latin typeface="Consolas" panose="020B0609020204030204" pitchFamily="49" charset="0"/>
                    </a:rPr>
                    <a:t>sim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.line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(source=</a:t>
                  </a:r>
                  <a:r>
                    <a:rPr lang="en-US" sz="3300" dirty="0" err="1">
                      <a:solidFill>
                        <a:srgbClr val="7030A0"/>
                      </a:solidFill>
                      <a:latin typeface="Consolas" panose="020B0609020204030204" pitchFamily="49" charset="0"/>
                    </a:rPr>
                    <a:t>morphology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.selection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</a:t>
                  </a:r>
                </a:p>
                <a:p>
                  <a:r>
                    <a:rPr lang="en-US" sz="3300" dirty="0">
                      <a:latin typeface="Consolas" panose="020B0609020204030204" pitchFamily="49" charset="0"/>
                    </a:rPr>
                    <a:t>                        variables={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Voltage</a:t>
                  </a:r>
                  <a:r>
                    <a:rPr lang="en-US" sz="3600" dirty="0" err="1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:</a:t>
                  </a:r>
                  <a:r>
                    <a:rPr lang="en-US" sz="3600" dirty="0" err="1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v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}, ...)</a:t>
                  </a:r>
                </a:p>
                <a:p>
                  <a:endParaRPr lang="en-US" sz="3300" dirty="0">
                    <a:latin typeface="Consolas" panose="020B0609020204030204" pitchFamily="49" charset="0"/>
                  </a:endParaRPr>
                </a:p>
                <a:p>
                  <a:r>
                    <a:rPr lang="en-US" sz="3300" dirty="0" err="1">
                      <a:solidFill>
                        <a:schemeClr val="accent2">
                          <a:lumMod val="75000"/>
                        </a:schemeClr>
                      </a:solidFill>
                      <a:latin typeface="Consolas" panose="020B0609020204030204" pitchFamily="49" charset="0"/>
                    </a:rPr>
                    <a:t>gates_plot</a:t>
                  </a:r>
                  <a:r>
                    <a:rPr lang="en-US" sz="3300" dirty="0">
                      <a:solidFill>
                        <a:schemeClr val="accent2">
                          <a:lumMod val="75000"/>
                        </a:schemeClr>
                      </a:solidFill>
                      <a:latin typeface="Consolas" panose="020B0609020204030204" pitchFamily="49" charset="0"/>
                    </a:rPr>
                    <a:t> 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= </a:t>
                  </a:r>
                  <a:r>
                    <a:rPr lang="en-US" sz="3300" dirty="0" err="1">
                      <a:solidFill>
                        <a:srgbClr val="00B0F0"/>
                      </a:solidFill>
                      <a:latin typeface="Consolas" panose="020B0609020204030204" pitchFamily="49" charset="0"/>
                    </a:rPr>
                    <a:t>sim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.line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(source=</a:t>
                  </a:r>
                  <a:r>
                    <a:rPr lang="en-US" sz="3300" dirty="0" err="1">
                      <a:solidFill>
                        <a:srgbClr val="7030A0"/>
                      </a:solidFill>
                      <a:latin typeface="Consolas" panose="020B0609020204030204" pitchFamily="49" charset="0"/>
                    </a:rPr>
                    <a:t>morphology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.selection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 </a:t>
                  </a:r>
                </a:p>
                <a:p>
                  <a:r>
                    <a:rPr lang="en-US" sz="3300" dirty="0">
                      <a:latin typeface="Consolas" panose="020B0609020204030204" pitchFamily="49" charset="0"/>
                    </a:rPr>
                    <a:t>                      variables=HH_GATE_VARIABLES, ...)</a:t>
                  </a:r>
                </a:p>
                <a:p>
                  <a:endParaRPr lang="en-US" sz="3300" dirty="0">
                    <a:latin typeface="Consolas" panose="020B0609020204030204" pitchFamily="49" charset="0"/>
                  </a:endParaRPr>
                </a:p>
                <a:p>
                  <a:r>
                    <a:rPr lang="en-US" sz="3300" dirty="0" err="1">
                      <a:solidFill>
                        <a:srgbClr val="00B0F0"/>
                      </a:solidFill>
                      <a:latin typeface="Consolas" panose="020B0609020204030204" pitchFamily="49" charset="0"/>
                    </a:rPr>
                    <a:t>sim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</a:t>
                  </a:r>
                  <a:r>
                    <a:rPr lang="en-US" sz="3300" dirty="0" err="1">
                      <a:solidFill>
                        <a:srgbClr val="24723E"/>
                      </a:solidFill>
                      <a:latin typeface="Consolas" panose="020B0609020204030204" pitchFamily="49" charset="0"/>
                    </a:rPr>
                    <a:t>control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morphology_color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 ..., kind=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dropdown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 ...)</a:t>
                  </a:r>
                </a:p>
                <a:p>
                  <a:r>
                    <a:rPr lang="en-US" sz="3300" dirty="0" err="1">
                      <a:solidFill>
                        <a:srgbClr val="00B0F0"/>
                      </a:solidFill>
                      <a:latin typeface="Consolas" panose="020B0609020204030204" pitchFamily="49" charset="0"/>
                    </a:rPr>
                    <a:t>sim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</a:t>
                  </a:r>
                  <a:r>
                    <a:rPr lang="en-US" sz="3300" dirty="0" err="1">
                      <a:solidFill>
                        <a:srgbClr val="24723E"/>
                      </a:solidFill>
                      <a:latin typeface="Consolas" panose="020B0609020204030204" pitchFamily="49" charset="0"/>
                    </a:rPr>
                    <a:t>control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dt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 ..., get=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model.get_dt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 </a:t>
                  </a:r>
                </a:p>
                <a:p>
                  <a:r>
                    <a:rPr lang="en-US" sz="3300" dirty="0">
                      <a:latin typeface="Consolas" panose="020B0609020204030204" pitchFamily="49" charset="0"/>
                    </a:rPr>
                    <a:t>            set=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model.set_dt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 ...)</a:t>
                  </a:r>
                </a:p>
                <a:p>
                  <a:r>
                    <a:rPr lang="en-US" sz="3300" dirty="0">
                      <a:latin typeface="Consolas" panose="020B0609020204030204" pitchFamily="49" charset="0"/>
                    </a:rPr>
                    <a:t>...</a:t>
                  </a:r>
                </a:p>
                <a:p>
                  <a:endParaRPr lang="en-US" sz="3300" dirty="0">
                    <a:latin typeface="Consolas" panose="020B0609020204030204" pitchFamily="49" charset="0"/>
                  </a:endParaRPr>
                </a:p>
                <a:p>
                  <a:r>
                    <a:rPr lang="en-US" sz="3300" dirty="0" err="1">
                      <a:solidFill>
                        <a:srgbClr val="92D050"/>
                      </a:solidFill>
                      <a:latin typeface="Consolas" panose="020B0609020204030204" pitchFamily="49" charset="0"/>
                    </a:rPr>
                    <a:t>cnv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.layout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(((morphology, 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voltage_plot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), </a:t>
                  </a:r>
                </a:p>
                <a:p>
                  <a:r>
                    <a:rPr lang="en-US" sz="3300" dirty="0">
                      <a:latin typeface="Consolas" panose="020B0609020204030204" pitchFamily="49" charset="0"/>
                    </a:rPr>
                    <a:t>            (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gates_plot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, </a:t>
                  </a:r>
                  <a:r>
                    <a:rPr lang="en-US" sz="3300" dirty="0" err="1">
                      <a:solidFill>
                        <a:srgbClr val="00B0F0"/>
                      </a:solidFill>
                      <a:latin typeface="Consolas" panose="020B0609020204030204" pitchFamily="49" charset="0"/>
                    </a:rPr>
                    <a:t>sim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</a:t>
                  </a:r>
                  <a:r>
                    <a:rPr lang="en-US" sz="3300" dirty="0" err="1">
                      <a:solidFill>
                        <a:srgbClr val="24723E"/>
                      </a:solidFill>
                      <a:latin typeface="Consolas" panose="020B0609020204030204" pitchFamily="49" charset="0"/>
                    </a:rPr>
                    <a:t>controls_panel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)))</a:t>
                  </a:r>
                </a:p>
                <a:p>
                  <a:endParaRPr lang="en-US" sz="3300" dirty="0">
                    <a:latin typeface="Consolas" panose="020B0609020204030204" pitchFamily="49" charset="0"/>
                  </a:endParaRPr>
                </a:p>
                <a:p>
                  <a:r>
                    <a:rPr lang="en-US" sz="3300" dirty="0" err="1">
                      <a:solidFill>
                        <a:srgbClr val="92D050"/>
                      </a:solidFill>
                      <a:latin typeface="Consolas" panose="020B0609020204030204" pitchFamily="49" charset="0"/>
                    </a:rPr>
                    <a:t>cnv</a:t>
                  </a:r>
                  <a:r>
                    <a:rPr lang="en-US" sz="3300" dirty="0" err="1">
                      <a:latin typeface="Consolas" panose="020B0609020204030204" pitchFamily="49" charset="0"/>
                    </a:rPr>
                    <a:t>.show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(title=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Complex cell HH demo</a:t>
                  </a:r>
                  <a:r>
                    <a:rPr lang="en-US" sz="3600" dirty="0">
                      <a:latin typeface="Consolas" panose="020B0609020204030204" pitchFamily="49" charset="0"/>
                    </a:rPr>
                    <a:t>"</a:t>
                  </a:r>
                  <a:r>
                    <a:rPr lang="en-US" sz="3300" dirty="0">
                      <a:latin typeface="Consolas" panose="020B0609020204030204" pitchFamily="49" charset="0"/>
                    </a:rPr>
                    <a:t>)</a:t>
                  </a:r>
                </a:p>
              </p:txBody>
            </p:sp>
            <p:cxnSp>
              <p:nvCxnSpPr>
                <p:cNvPr id="196" name="Connector: Elbow 195">
                  <a:extLst>
                    <a:ext uri="{FF2B5EF4-FFF2-40B4-BE49-F238E27FC236}">
                      <a16:creationId xmlns:a16="http://schemas.microsoft.com/office/drawing/2014/main" id="{AEE4E8E5-CA09-1F75-E8D1-EABBF96422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500850" y="19044576"/>
                  <a:ext cx="3402209" cy="669925"/>
                </a:xfrm>
                <a:prstGeom prst="bentConnector3">
                  <a:avLst/>
                </a:prstGeom>
                <a:ln w="76200">
                  <a:solidFill>
                    <a:srgbClr val="7030A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Connector: Elbow 209">
                  <a:extLst>
                    <a:ext uri="{FF2B5EF4-FFF2-40B4-BE49-F238E27FC236}">
                      <a16:creationId xmlns:a16="http://schemas.microsoft.com/office/drawing/2014/main" id="{EDD305C9-903B-A103-BB60-1290801A72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133715" y="15343551"/>
                  <a:ext cx="14449425" cy="5339423"/>
                </a:xfrm>
                <a:prstGeom prst="bentConnector3">
                  <a:avLst>
                    <a:gd name="adj1" fmla="val 4765"/>
                  </a:avLst>
                </a:prstGeom>
                <a:ln w="76200"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Arrow Connector 217">
                  <a:extLst>
                    <a:ext uri="{FF2B5EF4-FFF2-40B4-BE49-F238E27FC236}">
                      <a16:creationId xmlns:a16="http://schemas.microsoft.com/office/drawing/2014/main" id="{A95DD9B5-CE4A-9C5A-EA61-6EA520D00C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546790" y="15343551"/>
                  <a:ext cx="0" cy="910067"/>
                </a:xfrm>
                <a:prstGeom prst="straightConnector1">
                  <a:avLst/>
                </a:prstGeom>
                <a:ln w="76200">
                  <a:solidFill>
                    <a:schemeClr val="tx2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Connector: Elbow 219">
                  <a:extLst>
                    <a:ext uri="{FF2B5EF4-FFF2-40B4-BE49-F238E27FC236}">
                      <a16:creationId xmlns:a16="http://schemas.microsoft.com/office/drawing/2014/main" id="{AF034136-D31F-2AB0-AFC9-CDD8D1D001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2155316" y="24642861"/>
                  <a:ext cx="6673271" cy="1928436"/>
                </a:xfrm>
                <a:prstGeom prst="bentConnector3">
                  <a:avLst>
                    <a:gd name="adj1" fmla="val 519"/>
                  </a:avLst>
                </a:prstGeom>
                <a:ln w="762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C75AAADE-F804-E7D2-655E-2D8EF20274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420043" y="28911239"/>
                  <a:ext cx="4344457" cy="0"/>
                </a:xfrm>
                <a:prstGeom prst="line">
                  <a:avLst/>
                </a:prstGeom>
                <a:ln w="762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Arrow Connector 237">
                  <a:extLst>
                    <a:ext uri="{FF2B5EF4-FFF2-40B4-BE49-F238E27FC236}">
                      <a16:creationId xmlns:a16="http://schemas.microsoft.com/office/drawing/2014/main" id="{04196D67-B392-5935-899A-282E09B6FD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0729629" y="28016085"/>
                  <a:ext cx="0" cy="938463"/>
                </a:xfrm>
                <a:prstGeom prst="straightConnector1">
                  <a:avLst/>
                </a:prstGeom>
                <a:ln w="76200">
                  <a:solidFill>
                    <a:srgbClr val="FFC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E61A64CE-2F98-5FE6-C7EB-288B727259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57861" y="27240048"/>
                  <a:ext cx="0" cy="2075227"/>
                </a:xfrm>
                <a:prstGeom prst="line">
                  <a:avLst/>
                </a:prstGeom>
                <a:ln w="76200">
                  <a:solidFill>
                    <a:srgbClr val="24723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A830D44D-64F8-F69E-E838-307A17C2F2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023366" y="29276265"/>
                  <a:ext cx="17360612" cy="0"/>
                </a:xfrm>
                <a:prstGeom prst="line">
                  <a:avLst/>
                </a:prstGeom>
                <a:ln w="76200">
                  <a:solidFill>
                    <a:srgbClr val="24723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Arrow Connector 250">
                  <a:extLst>
                    <a:ext uri="{FF2B5EF4-FFF2-40B4-BE49-F238E27FC236}">
                      <a16:creationId xmlns:a16="http://schemas.microsoft.com/office/drawing/2014/main" id="{460C0116-53A1-A8BF-9603-BA454C2C49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383978" y="27973473"/>
                  <a:ext cx="0" cy="1341802"/>
                </a:xfrm>
                <a:prstGeom prst="straightConnector1">
                  <a:avLst/>
                </a:prstGeom>
                <a:ln w="76200">
                  <a:solidFill>
                    <a:srgbClr val="24723E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03" name="Graphic 302" descr="Cursor with solid fill">
                <a:extLst>
                  <a:ext uri="{FF2B5EF4-FFF2-40B4-BE49-F238E27FC236}">
                    <a16:creationId xmlns:a16="http://schemas.microsoft.com/office/drawing/2014/main" id="{1210D0F1-B29A-2C08-B5B4-F1C0E125AD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430839">
                <a:off x="19482079" y="20106335"/>
                <a:ext cx="914400" cy="914400"/>
              </a:xfrm>
              <a:prstGeom prst="rect">
                <a:avLst/>
              </a:prstGeom>
            </p:spPr>
          </p:pic>
        </p:grpSp>
        <p:cxnSp>
          <p:nvCxnSpPr>
            <p:cNvPr id="276" name="Straight Arrow Connector 275">
              <a:extLst>
                <a:ext uri="{FF2B5EF4-FFF2-40B4-BE49-F238E27FC236}">
                  <a16:creationId xmlns:a16="http://schemas.microsoft.com/office/drawing/2014/main" id="{C1AAECBA-C15D-FB5A-065D-17BBCBA17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53776" y="23267119"/>
              <a:ext cx="9431277" cy="1039370"/>
            </a:xfrm>
            <a:prstGeom prst="straightConnector1">
              <a:avLst/>
            </a:prstGeom>
            <a:ln w="76200">
              <a:solidFill>
                <a:srgbClr val="24723E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3FC30982-AD47-F45C-F489-7A7CCB9A3F7D}"/>
              </a:ext>
            </a:extLst>
          </p:cNvPr>
          <p:cNvGrpSpPr/>
          <p:nvPr/>
        </p:nvGrpSpPr>
        <p:grpSpPr>
          <a:xfrm>
            <a:off x="22319570" y="7177226"/>
            <a:ext cx="8922430" cy="7109200"/>
            <a:chOff x="20769114" y="6948302"/>
            <a:chExt cx="8922430" cy="7109200"/>
          </a:xfrm>
        </p:grpSpPr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D7F2668E-2148-B038-5F7A-D4B6325687F0}"/>
                </a:ext>
              </a:extLst>
            </p:cNvPr>
            <p:cNvSpPr/>
            <p:nvPr/>
          </p:nvSpPr>
          <p:spPr>
            <a:xfrm>
              <a:off x="20769114" y="6948302"/>
              <a:ext cx="8922430" cy="71092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49" name="Group 348">
              <a:extLst>
                <a:ext uri="{FF2B5EF4-FFF2-40B4-BE49-F238E27FC236}">
                  <a16:creationId xmlns:a16="http://schemas.microsoft.com/office/drawing/2014/main" id="{AECD57D6-429A-E8BA-5A69-FE59A6101C0B}"/>
                </a:ext>
              </a:extLst>
            </p:cNvPr>
            <p:cNvGrpSpPr/>
            <p:nvPr/>
          </p:nvGrpSpPr>
          <p:grpSpPr>
            <a:xfrm>
              <a:off x="21051002" y="7151297"/>
              <a:ext cx="8358654" cy="6687964"/>
              <a:chOff x="21069332" y="7080985"/>
              <a:chExt cx="9771033" cy="7423545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8E9AF986-6A4E-0AE4-4E0F-484AFC34A83F}"/>
                  </a:ext>
                </a:extLst>
              </p:cNvPr>
              <p:cNvSpPr/>
              <p:nvPr/>
            </p:nvSpPr>
            <p:spPr>
              <a:xfrm>
                <a:off x="21069332" y="7080985"/>
                <a:ext cx="4260715" cy="2938549"/>
              </a:xfrm>
              <a:prstGeom prst="roundRect">
                <a:avLst/>
              </a:prstGeom>
              <a:ln w="762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500" dirty="0">
                    <a:latin typeface="Montserrat" panose="00000500000000000000" pitchFamily="2" charset="0"/>
                  </a:rPr>
                  <a:t>Your Model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D1918917-4FD6-E77F-51D8-539E5B36CFBE}"/>
                  </a:ext>
                </a:extLst>
              </p:cNvPr>
              <p:cNvCxnSpPr>
                <a:cxnSpLocks/>
                <a:stCxn id="21" idx="3"/>
              </p:cNvCxnSpPr>
              <p:nvPr/>
            </p:nvCxnSpPr>
            <p:spPr>
              <a:xfrm>
                <a:off x="25330047" y="8550260"/>
                <a:ext cx="1249603" cy="0"/>
              </a:xfrm>
              <a:prstGeom prst="straightConnector1">
                <a:avLst/>
              </a:prstGeom>
              <a:ln w="76200">
                <a:solidFill>
                  <a:schemeClr val="accent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49679152-5C36-DE63-AE9B-42219D3A4B89}"/>
                  </a:ext>
                </a:extLst>
              </p:cNvPr>
              <p:cNvSpPr/>
              <p:nvPr/>
            </p:nvSpPr>
            <p:spPr>
              <a:xfrm>
                <a:off x="26579650" y="7142715"/>
                <a:ext cx="4260715" cy="2938549"/>
              </a:xfrm>
              <a:prstGeom prst="roundRect">
                <a:avLst/>
              </a:prstGeom>
              <a:ln w="762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500" dirty="0" err="1">
                    <a:latin typeface="Montserrat" panose="00000500000000000000" pitchFamily="2" charset="0"/>
                  </a:rPr>
                  <a:t>cnv</a:t>
                </a:r>
                <a:r>
                  <a:rPr lang="en-US" sz="5500" dirty="0">
                    <a:latin typeface="Montserrat" panose="00000500000000000000" pitchFamily="2" charset="0"/>
                  </a:rPr>
                  <a:t>.</a:t>
                </a:r>
              </a:p>
              <a:p>
                <a:pPr algn="ctr"/>
                <a:r>
                  <a:rPr lang="en-US" sz="5500" dirty="0">
                    <a:latin typeface="Montserrat" panose="00000500000000000000" pitchFamily="2" charset="0"/>
                  </a:rPr>
                  <a:t>source()</a:t>
                </a: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296A6C19-ECDF-4DCD-D387-7ECB8EFC2A06}"/>
                  </a:ext>
                </a:extLst>
              </p:cNvPr>
              <p:cNvSpPr/>
              <p:nvPr/>
            </p:nvSpPr>
            <p:spPr>
              <a:xfrm>
                <a:off x="26579650" y="11550539"/>
                <a:ext cx="4260715" cy="2938549"/>
              </a:xfrm>
              <a:prstGeom prst="roundRect">
                <a:avLst/>
              </a:prstGeom>
              <a:ln w="762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500" dirty="0">
                    <a:latin typeface="Montserrat" panose="00000500000000000000" pitchFamily="2" charset="0"/>
                  </a:rPr>
                  <a:t>Add Widgets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4EC1C5E2-49EF-55EE-E40C-14B5523158AC}"/>
                  </a:ext>
                </a:extLst>
              </p:cNvPr>
              <p:cNvCxnSpPr>
                <a:cxnSpLocks/>
                <a:endCxn id="36" idx="0"/>
              </p:cNvCxnSpPr>
              <p:nvPr/>
            </p:nvCxnSpPr>
            <p:spPr>
              <a:xfrm>
                <a:off x="28710007" y="10019534"/>
                <a:ext cx="1" cy="1531005"/>
              </a:xfrm>
              <a:prstGeom prst="straightConnector1">
                <a:avLst/>
              </a:prstGeom>
              <a:ln w="76200">
                <a:solidFill>
                  <a:schemeClr val="accent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74952B4-1406-4C12-7E4A-BC2B3DDAD33E}"/>
                  </a:ext>
                </a:extLst>
              </p:cNvPr>
              <p:cNvSpPr/>
              <p:nvPr/>
            </p:nvSpPr>
            <p:spPr>
              <a:xfrm>
                <a:off x="21108990" y="11565981"/>
                <a:ext cx="4260715" cy="2938549"/>
              </a:xfrm>
              <a:prstGeom prst="roundRect">
                <a:avLst/>
              </a:prstGeom>
              <a:ln w="76200"/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5500" dirty="0" err="1">
                    <a:latin typeface="Montserrat" panose="00000500000000000000" pitchFamily="2" charset="0"/>
                  </a:rPr>
                  <a:t>cnv</a:t>
                </a:r>
                <a:r>
                  <a:rPr lang="en-US" sz="5500" dirty="0">
                    <a:latin typeface="Montserrat" panose="00000500000000000000" pitchFamily="2" charset="0"/>
                  </a:rPr>
                  <a:t>.</a:t>
                </a:r>
              </a:p>
              <a:p>
                <a:pPr algn="ctr"/>
                <a:r>
                  <a:rPr lang="en-US" sz="5500" dirty="0">
                    <a:latin typeface="Montserrat" panose="00000500000000000000" pitchFamily="2" charset="0"/>
                  </a:rPr>
                  <a:t>show()</a:t>
                </a:r>
              </a:p>
            </p:txBody>
          </p: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4C962239-1541-FABC-9459-3E2FB8863CE4}"/>
                  </a:ext>
                </a:extLst>
              </p:cNvPr>
              <p:cNvCxnSpPr>
                <a:cxnSpLocks/>
                <a:stCxn id="36" idx="1"/>
                <a:endCxn id="43" idx="3"/>
              </p:cNvCxnSpPr>
              <p:nvPr/>
            </p:nvCxnSpPr>
            <p:spPr>
              <a:xfrm flipH="1">
                <a:off x="25369705" y="13019814"/>
                <a:ext cx="1209945" cy="15442"/>
              </a:xfrm>
              <a:prstGeom prst="straightConnector1">
                <a:avLst/>
              </a:prstGeom>
              <a:ln w="76200">
                <a:solidFill>
                  <a:schemeClr val="accent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65" name="Rectangle 364">
            <a:extLst>
              <a:ext uri="{FF2B5EF4-FFF2-40B4-BE49-F238E27FC236}">
                <a16:creationId xmlns:a16="http://schemas.microsoft.com/office/drawing/2014/main" id="{FF679D29-EFC6-051E-AED5-7B52D7FE458F}"/>
              </a:ext>
            </a:extLst>
          </p:cNvPr>
          <p:cNvSpPr/>
          <p:nvPr/>
        </p:nvSpPr>
        <p:spPr>
          <a:xfrm>
            <a:off x="11014950" y="30068768"/>
            <a:ext cx="21151562" cy="78911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1" name="Rectangle: Rounded Corners 320">
            <a:extLst>
              <a:ext uri="{FF2B5EF4-FFF2-40B4-BE49-F238E27FC236}">
                <a16:creationId xmlns:a16="http://schemas.microsoft.com/office/drawing/2014/main" id="{D5AF3488-C7EC-A196-F0B0-85225836B021}"/>
              </a:ext>
            </a:extLst>
          </p:cNvPr>
          <p:cNvSpPr/>
          <p:nvPr/>
        </p:nvSpPr>
        <p:spPr>
          <a:xfrm>
            <a:off x="11399596" y="30423045"/>
            <a:ext cx="4514669" cy="340644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3400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Extensible Collection of Widgets and Controls</a:t>
            </a:r>
          </a:p>
        </p:txBody>
      </p:sp>
      <p:pic>
        <p:nvPicPr>
          <p:cNvPr id="333" name="Picture 332">
            <a:extLst>
              <a:ext uri="{FF2B5EF4-FFF2-40B4-BE49-F238E27FC236}">
                <a16:creationId xmlns:a16="http://schemas.microsoft.com/office/drawing/2014/main" id="{841258AC-E573-DB2E-1A45-D682309902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548955" y="30473010"/>
            <a:ext cx="4559711" cy="3480783"/>
          </a:xfrm>
          <a:prstGeom prst="rect">
            <a:avLst/>
          </a:prstGeom>
        </p:spPr>
      </p:pic>
      <p:pic>
        <p:nvPicPr>
          <p:cNvPr id="335" name="Picture 334">
            <a:extLst>
              <a:ext uri="{FF2B5EF4-FFF2-40B4-BE49-F238E27FC236}">
                <a16:creationId xmlns:a16="http://schemas.microsoft.com/office/drawing/2014/main" id="{241EB65A-C301-0C01-B37E-A7226D805D2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91466" y="34160145"/>
            <a:ext cx="6838721" cy="3489718"/>
          </a:xfrm>
          <a:prstGeom prst="rect">
            <a:avLst/>
          </a:prstGeom>
        </p:spPr>
      </p:pic>
      <p:pic>
        <p:nvPicPr>
          <p:cNvPr id="363" name="Picture 362">
            <a:extLst>
              <a:ext uri="{FF2B5EF4-FFF2-40B4-BE49-F238E27FC236}">
                <a16:creationId xmlns:a16="http://schemas.microsoft.com/office/drawing/2014/main" id="{E06CBA30-C455-A178-6768-AC8A31BEA72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743356" y="30406401"/>
            <a:ext cx="4514670" cy="3413871"/>
          </a:xfrm>
          <a:prstGeom prst="rect">
            <a:avLst/>
          </a:prstGeom>
        </p:spPr>
      </p:pic>
      <p:pic>
        <p:nvPicPr>
          <p:cNvPr id="367" name="Picture 366">
            <a:extLst>
              <a:ext uri="{FF2B5EF4-FFF2-40B4-BE49-F238E27FC236}">
                <a16:creationId xmlns:a16="http://schemas.microsoft.com/office/drawing/2014/main" id="{1BB5FB47-BE75-7E31-7554-F4A93C1BC10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009913" y="30473010"/>
            <a:ext cx="3938991" cy="3480112"/>
          </a:xfrm>
          <a:prstGeom prst="rect">
            <a:avLst/>
          </a:prstGeom>
        </p:spPr>
      </p:pic>
      <p:pic>
        <p:nvPicPr>
          <p:cNvPr id="375" name="Picture 374">
            <a:extLst>
              <a:ext uri="{FF2B5EF4-FFF2-40B4-BE49-F238E27FC236}">
                <a16:creationId xmlns:a16="http://schemas.microsoft.com/office/drawing/2014/main" id="{20E57F88-CF04-FF89-0120-112DE069ECB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498708" y="34142861"/>
            <a:ext cx="6669077" cy="3619958"/>
          </a:xfrm>
          <a:prstGeom prst="rect">
            <a:avLst/>
          </a:prstGeom>
        </p:spPr>
      </p:pic>
      <p:pic>
        <p:nvPicPr>
          <p:cNvPr id="388" name="Picture 387">
            <a:extLst>
              <a:ext uri="{FF2B5EF4-FFF2-40B4-BE49-F238E27FC236}">
                <a16:creationId xmlns:a16="http://schemas.microsoft.com/office/drawing/2014/main" id="{DBB93AFE-ADFE-4FB6-CAC7-874B41C1B9B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536307" y="34532171"/>
            <a:ext cx="6172636" cy="2745665"/>
          </a:xfrm>
          <a:prstGeom prst="rect">
            <a:avLst/>
          </a:prstGeom>
        </p:spPr>
      </p:pic>
      <p:pic>
        <p:nvPicPr>
          <p:cNvPr id="418" name="Picture 417" descr="File:LinkedIn icon.svg - Wikimedia Commons">
            <a:extLst>
              <a:ext uri="{FF2B5EF4-FFF2-40B4-BE49-F238E27FC236}">
                <a16:creationId xmlns:a16="http://schemas.microsoft.com/office/drawing/2014/main" id="{146F0DF6-E379-88A5-9D78-4B76ABCF104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989869" y="41211499"/>
            <a:ext cx="186773" cy="18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65312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hypotheticalocean|08-2022"/>
</p:tagLst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FF3737"/>
      </a:dk2>
      <a:lt2>
        <a:srgbClr val="FFEDCE"/>
      </a:lt2>
      <a:accent1>
        <a:srgbClr val="FF8383"/>
      </a:accent1>
      <a:accent2>
        <a:srgbClr val="FFC193"/>
      </a:accent2>
      <a:accent3>
        <a:srgbClr val="FA5C5C"/>
      </a:accent3>
      <a:accent4>
        <a:srgbClr val="FD8A6B"/>
      </a:accent4>
      <a:accent5>
        <a:srgbClr val="FEC288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6888</TotalTime>
  <Words>753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Consolas</vt:lpstr>
      <vt:lpstr>Montserrat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Orren Ravid</cp:lastModifiedBy>
  <cp:revision>169</cp:revision>
  <cp:lastPrinted>2011-01-21T18:13:44Z</cp:lastPrinted>
  <dcterms:modified xsi:type="dcterms:W3CDTF">2026-07-09T12:28:18Z</dcterms:modified>
  <cp:category>scientific poster powerpoint</cp:category>
</cp:coreProperties>
</file>